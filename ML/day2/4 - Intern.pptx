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</p:sldMasterIdLst>
  <p:notesMasterIdLst>
    <p:notesMasterId r:id="rId7"/>
  </p:notesMasterIdLst>
  <p:sldIdLst>
    <p:sldId id="256" r:id="rId2"/>
    <p:sldId id="261" r:id="rId3"/>
    <p:sldId id="268" r:id="rId4"/>
    <p:sldId id="319" r:id="rId5"/>
    <p:sldId id="290" r:id="rId6"/>
  </p:sldIdLst>
  <p:sldSz cx="9144000" cy="5143500" type="screen16x9"/>
  <p:notesSz cx="6858000" cy="9144000"/>
  <p:embeddedFontLst>
    <p:embeddedFont>
      <p:font typeface="Lilita One" panose="020B0604020202020204" charset="0"/>
      <p:regular r:id="rId8"/>
    </p:embeddedFont>
    <p:embeddedFont>
      <p:font typeface="Quicksand" panose="020B0604020202020204" charset="0"/>
      <p:regular r:id="rId9"/>
      <p:bold r:id="rId1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82F2B"/>
    <a:srgbClr val="E0F9FE"/>
    <a:srgbClr val="00A1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4BF0C63-6048-4CB5-A3FD-4B6850BED489}">
  <a:tblStyle styleId="{84BF0C63-6048-4CB5-A3FD-4B6850BED48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70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g111a3bac49d_0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2" name="Google Shape;902;g111a3bac49d_0_1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8" name="Google Shape;1248;g111a3bac49d_0_18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9" name="Google Shape;1249;g111a3bac49d_0_18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9" name="Google Shape;1629;g111a3bac49d_0_19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0" name="Google Shape;1630;g111a3bac49d_0_19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5" name="Google Shape;1195;g111a3bac49d_0_14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6" name="Google Shape;1196;g111a3bac49d_0_14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502408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3" name="Google Shape;3253;g111a3bac49d_0_427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4" name="Google Shape;3254;g111a3bac49d_0_427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6988449" y="-285875"/>
            <a:ext cx="2711337" cy="2482326"/>
          </a:xfrm>
          <a:custGeom>
            <a:avLst/>
            <a:gdLst/>
            <a:ahLst/>
            <a:cxnLst/>
            <a:rect l="l" t="t" r="r" b="b"/>
            <a:pathLst>
              <a:path w="11233" h="10284" extrusionOk="0">
                <a:moveTo>
                  <a:pt x="7504" y="1"/>
                </a:moveTo>
                <a:cubicBezTo>
                  <a:pt x="7233" y="1"/>
                  <a:pt x="6958" y="22"/>
                  <a:pt x="6689" y="44"/>
                </a:cubicBezTo>
                <a:cubicBezTo>
                  <a:pt x="5293" y="144"/>
                  <a:pt x="3886" y="255"/>
                  <a:pt x="2491" y="367"/>
                </a:cubicBezTo>
                <a:cubicBezTo>
                  <a:pt x="2000" y="412"/>
                  <a:pt x="1508" y="446"/>
                  <a:pt x="1050" y="602"/>
                </a:cubicBezTo>
                <a:cubicBezTo>
                  <a:pt x="593" y="769"/>
                  <a:pt x="325" y="1026"/>
                  <a:pt x="124" y="1461"/>
                </a:cubicBezTo>
                <a:cubicBezTo>
                  <a:pt x="1" y="1707"/>
                  <a:pt x="102" y="2031"/>
                  <a:pt x="336" y="2176"/>
                </a:cubicBezTo>
                <a:cubicBezTo>
                  <a:pt x="417" y="2222"/>
                  <a:pt x="512" y="2244"/>
                  <a:pt x="607" y="2244"/>
                </a:cubicBezTo>
                <a:cubicBezTo>
                  <a:pt x="787" y="2244"/>
                  <a:pt x="970" y="2165"/>
                  <a:pt x="1072" y="2019"/>
                </a:cubicBezTo>
                <a:lnTo>
                  <a:pt x="1072" y="2019"/>
                </a:lnTo>
                <a:cubicBezTo>
                  <a:pt x="1039" y="2109"/>
                  <a:pt x="1084" y="2220"/>
                  <a:pt x="1173" y="2265"/>
                </a:cubicBezTo>
                <a:cubicBezTo>
                  <a:pt x="1207" y="2280"/>
                  <a:pt x="1241" y="2287"/>
                  <a:pt x="1275" y="2287"/>
                </a:cubicBezTo>
                <a:cubicBezTo>
                  <a:pt x="1343" y="2287"/>
                  <a:pt x="1407" y="2258"/>
                  <a:pt x="1452" y="2198"/>
                </a:cubicBezTo>
                <a:lnTo>
                  <a:pt x="1452" y="2198"/>
                </a:lnTo>
                <a:cubicBezTo>
                  <a:pt x="1296" y="2645"/>
                  <a:pt x="1474" y="3180"/>
                  <a:pt x="1854" y="3448"/>
                </a:cubicBezTo>
                <a:cubicBezTo>
                  <a:pt x="2038" y="3584"/>
                  <a:pt x="2264" y="3651"/>
                  <a:pt x="2491" y="3651"/>
                </a:cubicBezTo>
                <a:cubicBezTo>
                  <a:pt x="2731" y="3651"/>
                  <a:pt x="2971" y="3576"/>
                  <a:pt x="3161" y="3426"/>
                </a:cubicBezTo>
                <a:cubicBezTo>
                  <a:pt x="3240" y="3600"/>
                  <a:pt x="3431" y="3707"/>
                  <a:pt x="3618" y="3707"/>
                </a:cubicBezTo>
                <a:cubicBezTo>
                  <a:pt x="3696" y="3707"/>
                  <a:pt x="3773" y="3689"/>
                  <a:pt x="3841" y="3649"/>
                </a:cubicBezTo>
                <a:lnTo>
                  <a:pt x="3841" y="3649"/>
                </a:lnTo>
                <a:cubicBezTo>
                  <a:pt x="3439" y="3962"/>
                  <a:pt x="3305" y="4577"/>
                  <a:pt x="3540" y="5034"/>
                </a:cubicBezTo>
                <a:cubicBezTo>
                  <a:pt x="3731" y="5417"/>
                  <a:pt x="4146" y="5651"/>
                  <a:pt x="4566" y="5651"/>
                </a:cubicBezTo>
                <a:cubicBezTo>
                  <a:pt x="4660" y="5651"/>
                  <a:pt x="4754" y="5639"/>
                  <a:pt x="4846" y="5614"/>
                </a:cubicBezTo>
                <a:lnTo>
                  <a:pt x="4846" y="5614"/>
                </a:lnTo>
                <a:cubicBezTo>
                  <a:pt x="4838" y="5855"/>
                  <a:pt x="5081" y="6050"/>
                  <a:pt x="5321" y="6050"/>
                </a:cubicBezTo>
                <a:cubicBezTo>
                  <a:pt x="5334" y="6050"/>
                  <a:pt x="5347" y="6049"/>
                  <a:pt x="5359" y="6048"/>
                </a:cubicBezTo>
                <a:lnTo>
                  <a:pt x="5359" y="6048"/>
                </a:lnTo>
                <a:cubicBezTo>
                  <a:pt x="5087" y="6175"/>
                  <a:pt x="4894" y="6466"/>
                  <a:pt x="4913" y="6765"/>
                </a:cubicBezTo>
                <a:cubicBezTo>
                  <a:pt x="4925" y="7122"/>
                  <a:pt x="5237" y="7445"/>
                  <a:pt x="5595" y="7468"/>
                </a:cubicBezTo>
                <a:cubicBezTo>
                  <a:pt x="5047" y="7579"/>
                  <a:pt x="4712" y="8261"/>
                  <a:pt x="4947" y="8774"/>
                </a:cubicBezTo>
                <a:cubicBezTo>
                  <a:pt x="5093" y="9102"/>
                  <a:pt x="5456" y="9296"/>
                  <a:pt x="5816" y="9296"/>
                </a:cubicBezTo>
                <a:cubicBezTo>
                  <a:pt x="6008" y="9296"/>
                  <a:pt x="6198" y="9241"/>
                  <a:pt x="6354" y="9120"/>
                </a:cubicBezTo>
                <a:lnTo>
                  <a:pt x="6354" y="9120"/>
                </a:lnTo>
                <a:cubicBezTo>
                  <a:pt x="6320" y="9266"/>
                  <a:pt x="6398" y="9433"/>
                  <a:pt x="6532" y="9500"/>
                </a:cubicBezTo>
                <a:cubicBezTo>
                  <a:pt x="6572" y="9521"/>
                  <a:pt x="6617" y="9531"/>
                  <a:pt x="6663" y="9531"/>
                </a:cubicBezTo>
                <a:cubicBezTo>
                  <a:pt x="6760" y="9531"/>
                  <a:pt x="6862" y="9486"/>
                  <a:pt x="6923" y="9410"/>
                </a:cubicBezTo>
                <a:cubicBezTo>
                  <a:pt x="7113" y="9812"/>
                  <a:pt x="7493" y="10114"/>
                  <a:pt x="7917" y="10237"/>
                </a:cubicBezTo>
                <a:cubicBezTo>
                  <a:pt x="8041" y="10268"/>
                  <a:pt x="8168" y="10284"/>
                  <a:pt x="8296" y="10284"/>
                </a:cubicBezTo>
                <a:cubicBezTo>
                  <a:pt x="8616" y="10284"/>
                  <a:pt x="8937" y="10186"/>
                  <a:pt x="9200" y="10003"/>
                </a:cubicBezTo>
                <a:cubicBezTo>
                  <a:pt x="11232" y="8562"/>
                  <a:pt x="10652" y="5235"/>
                  <a:pt x="10205" y="2768"/>
                </a:cubicBezTo>
                <a:cubicBezTo>
                  <a:pt x="10027" y="1785"/>
                  <a:pt x="9647" y="724"/>
                  <a:pt x="8754" y="255"/>
                </a:cubicBezTo>
                <a:cubicBezTo>
                  <a:pt x="8368" y="56"/>
                  <a:pt x="7941" y="1"/>
                  <a:pt x="7504" y="1"/>
                </a:cubicBezTo>
                <a:close/>
              </a:path>
            </a:pathLst>
          </a:custGeom>
          <a:solidFill>
            <a:srgbClr val="D2F2F9">
              <a:alpha val="768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-433300" y="-332728"/>
            <a:ext cx="2956951" cy="2789586"/>
          </a:xfrm>
          <a:custGeom>
            <a:avLst/>
            <a:gdLst/>
            <a:ahLst/>
            <a:cxnLst/>
            <a:rect l="l" t="t" r="r" b="b"/>
            <a:pathLst>
              <a:path w="10774" h="10164" extrusionOk="0">
                <a:moveTo>
                  <a:pt x="7021" y="1"/>
                </a:moveTo>
                <a:cubicBezTo>
                  <a:pt x="5585" y="1"/>
                  <a:pt x="4049" y="286"/>
                  <a:pt x="2646" y="351"/>
                </a:cubicBezTo>
                <a:cubicBezTo>
                  <a:pt x="2166" y="373"/>
                  <a:pt x="1663" y="418"/>
                  <a:pt x="1261" y="674"/>
                </a:cubicBezTo>
                <a:cubicBezTo>
                  <a:pt x="636" y="1076"/>
                  <a:pt x="424" y="1880"/>
                  <a:pt x="335" y="2617"/>
                </a:cubicBezTo>
                <a:cubicBezTo>
                  <a:pt x="0" y="5174"/>
                  <a:pt x="323" y="7820"/>
                  <a:pt x="1440" y="10131"/>
                </a:cubicBezTo>
                <a:cubicBezTo>
                  <a:pt x="1513" y="10153"/>
                  <a:pt x="1589" y="10164"/>
                  <a:pt x="1664" y="10164"/>
                </a:cubicBezTo>
                <a:cubicBezTo>
                  <a:pt x="1897" y="10164"/>
                  <a:pt x="2126" y="10063"/>
                  <a:pt x="2278" y="9886"/>
                </a:cubicBezTo>
                <a:cubicBezTo>
                  <a:pt x="2479" y="9651"/>
                  <a:pt x="2534" y="9294"/>
                  <a:pt x="2400" y="9015"/>
                </a:cubicBezTo>
                <a:lnTo>
                  <a:pt x="2400" y="9015"/>
                </a:lnTo>
                <a:cubicBezTo>
                  <a:pt x="2503" y="9050"/>
                  <a:pt x="2610" y="9067"/>
                  <a:pt x="2718" y="9067"/>
                </a:cubicBezTo>
                <a:cubicBezTo>
                  <a:pt x="3054" y="9067"/>
                  <a:pt x="3389" y="8903"/>
                  <a:pt x="3584" y="8624"/>
                </a:cubicBezTo>
                <a:cubicBezTo>
                  <a:pt x="3841" y="8256"/>
                  <a:pt x="3818" y="7720"/>
                  <a:pt x="3539" y="7373"/>
                </a:cubicBezTo>
                <a:lnTo>
                  <a:pt x="3539" y="7373"/>
                </a:lnTo>
                <a:cubicBezTo>
                  <a:pt x="3556" y="7375"/>
                  <a:pt x="3572" y="7376"/>
                  <a:pt x="3589" y="7376"/>
                </a:cubicBezTo>
                <a:cubicBezTo>
                  <a:pt x="3752" y="7376"/>
                  <a:pt x="3914" y="7280"/>
                  <a:pt x="3975" y="7128"/>
                </a:cubicBezTo>
                <a:cubicBezTo>
                  <a:pt x="4042" y="6971"/>
                  <a:pt x="3975" y="6760"/>
                  <a:pt x="3829" y="6659"/>
                </a:cubicBezTo>
                <a:cubicBezTo>
                  <a:pt x="4377" y="6614"/>
                  <a:pt x="4846" y="6101"/>
                  <a:pt x="4846" y="5542"/>
                </a:cubicBezTo>
                <a:cubicBezTo>
                  <a:pt x="4846" y="4996"/>
                  <a:pt x="4377" y="4482"/>
                  <a:pt x="3829" y="4426"/>
                </a:cubicBezTo>
                <a:cubicBezTo>
                  <a:pt x="4119" y="4426"/>
                  <a:pt x="4343" y="4069"/>
                  <a:pt x="4231" y="3801"/>
                </a:cubicBezTo>
                <a:lnTo>
                  <a:pt x="4231" y="3801"/>
                </a:lnTo>
                <a:cubicBezTo>
                  <a:pt x="4382" y="3854"/>
                  <a:pt x="4542" y="3880"/>
                  <a:pt x="4701" y="3880"/>
                </a:cubicBezTo>
                <a:cubicBezTo>
                  <a:pt x="4980" y="3880"/>
                  <a:pt x="5259" y="3800"/>
                  <a:pt x="5493" y="3644"/>
                </a:cubicBezTo>
                <a:cubicBezTo>
                  <a:pt x="5873" y="3410"/>
                  <a:pt x="6129" y="2997"/>
                  <a:pt x="6174" y="2562"/>
                </a:cubicBezTo>
                <a:cubicBezTo>
                  <a:pt x="6174" y="2706"/>
                  <a:pt x="6285" y="2852"/>
                  <a:pt x="6431" y="2885"/>
                </a:cubicBezTo>
                <a:cubicBezTo>
                  <a:pt x="6453" y="2890"/>
                  <a:pt x="6476" y="2892"/>
                  <a:pt x="6498" y="2892"/>
                </a:cubicBezTo>
                <a:cubicBezTo>
                  <a:pt x="6630" y="2892"/>
                  <a:pt x="6752" y="2809"/>
                  <a:pt x="6799" y="2684"/>
                </a:cubicBezTo>
                <a:cubicBezTo>
                  <a:pt x="7050" y="3105"/>
                  <a:pt x="7526" y="3364"/>
                  <a:pt x="8000" y="3364"/>
                </a:cubicBezTo>
                <a:cubicBezTo>
                  <a:pt x="8054" y="3364"/>
                  <a:pt x="8108" y="3361"/>
                  <a:pt x="8161" y="3354"/>
                </a:cubicBezTo>
                <a:cubicBezTo>
                  <a:pt x="8697" y="3299"/>
                  <a:pt x="9178" y="2885"/>
                  <a:pt x="9322" y="2372"/>
                </a:cubicBezTo>
                <a:cubicBezTo>
                  <a:pt x="9361" y="2444"/>
                  <a:pt x="9438" y="2476"/>
                  <a:pt x="9516" y="2476"/>
                </a:cubicBezTo>
                <a:cubicBezTo>
                  <a:pt x="9619" y="2476"/>
                  <a:pt x="9723" y="2418"/>
                  <a:pt x="9736" y="2316"/>
                </a:cubicBezTo>
                <a:cubicBezTo>
                  <a:pt x="9802" y="2336"/>
                  <a:pt x="9869" y="2345"/>
                  <a:pt x="9937" y="2345"/>
                </a:cubicBezTo>
                <a:cubicBezTo>
                  <a:pt x="10212" y="2345"/>
                  <a:pt x="10483" y="2190"/>
                  <a:pt x="10617" y="1947"/>
                </a:cubicBezTo>
                <a:cubicBezTo>
                  <a:pt x="10774" y="1657"/>
                  <a:pt x="10696" y="1244"/>
                  <a:pt x="10439" y="1021"/>
                </a:cubicBezTo>
                <a:cubicBezTo>
                  <a:pt x="9485" y="224"/>
                  <a:pt x="8292" y="1"/>
                  <a:pt x="7021" y="1"/>
                </a:cubicBezTo>
                <a:close/>
              </a:path>
            </a:pathLst>
          </a:custGeom>
          <a:solidFill>
            <a:srgbClr val="D2F2F9">
              <a:alpha val="768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6653245" y="2989130"/>
            <a:ext cx="3155062" cy="2811926"/>
          </a:xfrm>
          <a:custGeom>
            <a:avLst/>
            <a:gdLst/>
            <a:ahLst/>
            <a:cxnLst/>
            <a:rect l="l" t="t" r="r" b="b"/>
            <a:pathLst>
              <a:path w="9782" h="8718" extrusionOk="0">
                <a:moveTo>
                  <a:pt x="7360" y="0"/>
                </a:moveTo>
                <a:cubicBezTo>
                  <a:pt x="7146" y="0"/>
                  <a:pt x="6932" y="31"/>
                  <a:pt x="6722" y="93"/>
                </a:cubicBezTo>
                <a:cubicBezTo>
                  <a:pt x="6264" y="216"/>
                  <a:pt x="5839" y="507"/>
                  <a:pt x="5638" y="942"/>
                </a:cubicBezTo>
                <a:cubicBezTo>
                  <a:pt x="5438" y="1378"/>
                  <a:pt x="5527" y="1947"/>
                  <a:pt x="5896" y="2237"/>
                </a:cubicBezTo>
                <a:cubicBezTo>
                  <a:pt x="5683" y="2237"/>
                  <a:pt x="5438" y="2293"/>
                  <a:pt x="5337" y="2482"/>
                </a:cubicBezTo>
                <a:cubicBezTo>
                  <a:pt x="5271" y="2628"/>
                  <a:pt x="5293" y="2807"/>
                  <a:pt x="5371" y="2941"/>
                </a:cubicBezTo>
                <a:cubicBezTo>
                  <a:pt x="5415" y="3041"/>
                  <a:pt x="5482" y="3119"/>
                  <a:pt x="5549" y="3186"/>
                </a:cubicBezTo>
                <a:cubicBezTo>
                  <a:pt x="5379" y="3051"/>
                  <a:pt x="5158" y="2975"/>
                  <a:pt x="4937" y="2975"/>
                </a:cubicBezTo>
                <a:cubicBezTo>
                  <a:pt x="4811" y="2975"/>
                  <a:pt x="4684" y="2999"/>
                  <a:pt x="4567" y="3052"/>
                </a:cubicBezTo>
                <a:cubicBezTo>
                  <a:pt x="4199" y="3219"/>
                  <a:pt x="3964" y="3644"/>
                  <a:pt x="4031" y="4045"/>
                </a:cubicBezTo>
                <a:cubicBezTo>
                  <a:pt x="3954" y="4015"/>
                  <a:pt x="3873" y="4001"/>
                  <a:pt x="3792" y="4001"/>
                </a:cubicBezTo>
                <a:cubicBezTo>
                  <a:pt x="3517" y="4001"/>
                  <a:pt x="3241" y="4164"/>
                  <a:pt x="3138" y="4414"/>
                </a:cubicBezTo>
                <a:cubicBezTo>
                  <a:pt x="2983" y="4053"/>
                  <a:pt x="2599" y="3806"/>
                  <a:pt x="2216" y="3806"/>
                </a:cubicBezTo>
                <a:cubicBezTo>
                  <a:pt x="2185" y="3806"/>
                  <a:pt x="2153" y="3808"/>
                  <a:pt x="2122" y="3811"/>
                </a:cubicBezTo>
                <a:cubicBezTo>
                  <a:pt x="1698" y="3856"/>
                  <a:pt x="1318" y="4191"/>
                  <a:pt x="1240" y="4604"/>
                </a:cubicBezTo>
                <a:cubicBezTo>
                  <a:pt x="1150" y="5017"/>
                  <a:pt x="1351" y="5475"/>
                  <a:pt x="1720" y="5687"/>
                </a:cubicBezTo>
                <a:cubicBezTo>
                  <a:pt x="1530" y="5687"/>
                  <a:pt x="1351" y="5854"/>
                  <a:pt x="1351" y="6055"/>
                </a:cubicBezTo>
                <a:cubicBezTo>
                  <a:pt x="1215" y="5941"/>
                  <a:pt x="1036" y="5885"/>
                  <a:pt x="857" y="5885"/>
                </a:cubicBezTo>
                <a:cubicBezTo>
                  <a:pt x="668" y="5885"/>
                  <a:pt x="478" y="5947"/>
                  <a:pt x="336" y="6067"/>
                </a:cubicBezTo>
                <a:cubicBezTo>
                  <a:pt x="68" y="6312"/>
                  <a:pt x="1" y="6759"/>
                  <a:pt x="190" y="7072"/>
                </a:cubicBezTo>
                <a:lnTo>
                  <a:pt x="470" y="7228"/>
                </a:lnTo>
                <a:cubicBezTo>
                  <a:pt x="1775" y="7853"/>
                  <a:pt x="3127" y="8489"/>
                  <a:pt x="4578" y="8668"/>
                </a:cubicBezTo>
                <a:cubicBezTo>
                  <a:pt x="4828" y="8700"/>
                  <a:pt x="5081" y="8717"/>
                  <a:pt x="5334" y="8717"/>
                </a:cubicBezTo>
                <a:cubicBezTo>
                  <a:pt x="6557" y="8717"/>
                  <a:pt x="7786" y="8325"/>
                  <a:pt x="8608" y="7429"/>
                </a:cubicBezTo>
                <a:cubicBezTo>
                  <a:pt x="9513" y="6457"/>
                  <a:pt x="9781" y="5006"/>
                  <a:pt x="9558" y="3688"/>
                </a:cubicBezTo>
                <a:cubicBezTo>
                  <a:pt x="9334" y="2371"/>
                  <a:pt x="8620" y="1165"/>
                  <a:pt x="7871" y="60"/>
                </a:cubicBezTo>
                <a:cubicBezTo>
                  <a:pt x="7702" y="20"/>
                  <a:pt x="7531" y="0"/>
                  <a:pt x="7360" y="0"/>
                </a:cubicBezTo>
                <a:close/>
              </a:path>
            </a:pathLst>
          </a:custGeom>
          <a:solidFill>
            <a:srgbClr val="D2F2F9">
              <a:alpha val="768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-205683" y="3357178"/>
            <a:ext cx="3549741" cy="2075824"/>
          </a:xfrm>
          <a:custGeom>
            <a:avLst/>
            <a:gdLst/>
            <a:ahLst/>
            <a:cxnLst/>
            <a:rect l="l" t="t" r="r" b="b"/>
            <a:pathLst>
              <a:path w="10127" h="5922" extrusionOk="0">
                <a:moveTo>
                  <a:pt x="2117" y="0"/>
                </a:moveTo>
                <a:cubicBezTo>
                  <a:pt x="2089" y="0"/>
                  <a:pt x="2060" y="2"/>
                  <a:pt x="2032" y="7"/>
                </a:cubicBezTo>
                <a:cubicBezTo>
                  <a:pt x="1753" y="40"/>
                  <a:pt x="1530" y="264"/>
                  <a:pt x="1418" y="520"/>
                </a:cubicBezTo>
                <a:cubicBezTo>
                  <a:pt x="1307" y="777"/>
                  <a:pt x="1284" y="1056"/>
                  <a:pt x="1250" y="1336"/>
                </a:cubicBezTo>
                <a:cubicBezTo>
                  <a:pt x="1173" y="1179"/>
                  <a:pt x="1005" y="1068"/>
                  <a:pt x="816" y="1056"/>
                </a:cubicBezTo>
                <a:cubicBezTo>
                  <a:pt x="806" y="1055"/>
                  <a:pt x="796" y="1055"/>
                  <a:pt x="787" y="1055"/>
                </a:cubicBezTo>
                <a:cubicBezTo>
                  <a:pt x="618" y="1055"/>
                  <a:pt x="453" y="1143"/>
                  <a:pt x="357" y="1291"/>
                </a:cubicBezTo>
                <a:cubicBezTo>
                  <a:pt x="313" y="1972"/>
                  <a:pt x="89" y="2708"/>
                  <a:pt x="56" y="3390"/>
                </a:cubicBezTo>
                <a:cubicBezTo>
                  <a:pt x="22" y="3792"/>
                  <a:pt x="0" y="4194"/>
                  <a:pt x="89" y="4584"/>
                </a:cubicBezTo>
                <a:cubicBezTo>
                  <a:pt x="168" y="4975"/>
                  <a:pt x="357" y="5355"/>
                  <a:pt x="692" y="5578"/>
                </a:cubicBezTo>
                <a:cubicBezTo>
                  <a:pt x="1005" y="5779"/>
                  <a:pt x="1407" y="5812"/>
                  <a:pt x="1776" y="5846"/>
                </a:cubicBezTo>
                <a:cubicBezTo>
                  <a:pt x="2504" y="5898"/>
                  <a:pt x="3231" y="5921"/>
                  <a:pt x="3958" y="5921"/>
                </a:cubicBezTo>
                <a:cubicBezTo>
                  <a:pt x="5893" y="5921"/>
                  <a:pt x="7823" y="5755"/>
                  <a:pt x="9747" y="5511"/>
                </a:cubicBezTo>
                <a:cubicBezTo>
                  <a:pt x="10093" y="5209"/>
                  <a:pt x="10127" y="4629"/>
                  <a:pt x="9837" y="4294"/>
                </a:cubicBezTo>
                <a:cubicBezTo>
                  <a:pt x="9673" y="4106"/>
                  <a:pt x="9427" y="4010"/>
                  <a:pt x="9181" y="4010"/>
                </a:cubicBezTo>
                <a:cubicBezTo>
                  <a:pt x="9047" y="4010"/>
                  <a:pt x="8914" y="4038"/>
                  <a:pt x="8794" y="4095"/>
                </a:cubicBezTo>
                <a:lnTo>
                  <a:pt x="8794" y="4095"/>
                </a:lnTo>
                <a:cubicBezTo>
                  <a:pt x="8872" y="4029"/>
                  <a:pt x="8937" y="3950"/>
                  <a:pt x="8976" y="3859"/>
                </a:cubicBezTo>
                <a:cubicBezTo>
                  <a:pt x="9043" y="3691"/>
                  <a:pt x="9010" y="3490"/>
                  <a:pt x="8876" y="3378"/>
                </a:cubicBezTo>
                <a:cubicBezTo>
                  <a:pt x="8823" y="3334"/>
                  <a:pt x="8755" y="3313"/>
                  <a:pt x="8687" y="3313"/>
                </a:cubicBezTo>
                <a:cubicBezTo>
                  <a:pt x="8583" y="3313"/>
                  <a:pt x="8481" y="3362"/>
                  <a:pt x="8441" y="3457"/>
                </a:cubicBezTo>
                <a:cubicBezTo>
                  <a:pt x="8519" y="3133"/>
                  <a:pt x="8385" y="2798"/>
                  <a:pt x="8184" y="2530"/>
                </a:cubicBezTo>
                <a:cubicBezTo>
                  <a:pt x="7866" y="2135"/>
                  <a:pt x="7356" y="1898"/>
                  <a:pt x="6843" y="1898"/>
                </a:cubicBezTo>
                <a:cubicBezTo>
                  <a:pt x="6761" y="1898"/>
                  <a:pt x="6680" y="1904"/>
                  <a:pt x="6599" y="1916"/>
                </a:cubicBezTo>
                <a:cubicBezTo>
                  <a:pt x="6018" y="1994"/>
                  <a:pt x="5493" y="2418"/>
                  <a:pt x="5270" y="2966"/>
                </a:cubicBezTo>
                <a:cubicBezTo>
                  <a:pt x="5191" y="2852"/>
                  <a:pt x="5037" y="2799"/>
                  <a:pt x="4877" y="2799"/>
                </a:cubicBezTo>
                <a:cubicBezTo>
                  <a:pt x="4721" y="2799"/>
                  <a:pt x="4560" y="2850"/>
                  <a:pt x="4455" y="2943"/>
                </a:cubicBezTo>
                <a:cubicBezTo>
                  <a:pt x="4500" y="2574"/>
                  <a:pt x="4299" y="2195"/>
                  <a:pt x="3975" y="2016"/>
                </a:cubicBezTo>
                <a:cubicBezTo>
                  <a:pt x="3841" y="1943"/>
                  <a:pt x="3691" y="1907"/>
                  <a:pt x="3539" y="1907"/>
                </a:cubicBezTo>
                <a:cubicBezTo>
                  <a:pt x="3393" y="1907"/>
                  <a:pt x="3245" y="1940"/>
                  <a:pt x="3112" y="2005"/>
                </a:cubicBezTo>
                <a:lnTo>
                  <a:pt x="3112" y="2005"/>
                </a:lnTo>
                <a:cubicBezTo>
                  <a:pt x="3188" y="1924"/>
                  <a:pt x="3229" y="1814"/>
                  <a:pt x="3215" y="1704"/>
                </a:cubicBezTo>
                <a:cubicBezTo>
                  <a:pt x="3205" y="1525"/>
                  <a:pt x="3048" y="1358"/>
                  <a:pt x="2870" y="1336"/>
                </a:cubicBezTo>
                <a:cubicBezTo>
                  <a:pt x="2937" y="1034"/>
                  <a:pt x="2937" y="710"/>
                  <a:pt x="2791" y="431"/>
                </a:cubicBezTo>
                <a:cubicBezTo>
                  <a:pt x="2660" y="188"/>
                  <a:pt x="2391" y="0"/>
                  <a:pt x="2117" y="0"/>
                </a:cubicBezTo>
                <a:close/>
              </a:path>
            </a:pathLst>
          </a:custGeom>
          <a:solidFill>
            <a:srgbClr val="D2F2F9">
              <a:alpha val="768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" name="Google Shape;13;p2"/>
          <p:cNvGrpSpPr/>
          <p:nvPr/>
        </p:nvGrpSpPr>
        <p:grpSpPr>
          <a:xfrm>
            <a:off x="6102024" y="669074"/>
            <a:ext cx="1186025" cy="1883599"/>
            <a:chOff x="6102024" y="669074"/>
            <a:chExt cx="1186025" cy="1883599"/>
          </a:xfrm>
        </p:grpSpPr>
        <p:sp>
          <p:nvSpPr>
            <p:cNvPr id="14" name="Google Shape;14;p2"/>
            <p:cNvSpPr/>
            <p:nvPr/>
          </p:nvSpPr>
          <p:spPr>
            <a:xfrm>
              <a:off x="6203598" y="669074"/>
              <a:ext cx="343091" cy="131733"/>
            </a:xfrm>
            <a:custGeom>
              <a:avLst/>
              <a:gdLst/>
              <a:ahLst/>
              <a:cxnLst/>
              <a:rect l="l" t="t" r="r" b="b"/>
              <a:pathLst>
                <a:path w="1922" h="738" extrusionOk="0">
                  <a:moveTo>
                    <a:pt x="1" y="0"/>
                  </a:moveTo>
                  <a:lnTo>
                    <a:pt x="1" y="737"/>
                  </a:lnTo>
                  <a:lnTo>
                    <a:pt x="1921" y="737"/>
                  </a:lnTo>
                  <a:lnTo>
                    <a:pt x="1921" y="0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6102024" y="826517"/>
              <a:ext cx="342913" cy="129591"/>
            </a:xfrm>
            <a:custGeom>
              <a:avLst/>
              <a:gdLst/>
              <a:ahLst/>
              <a:cxnLst/>
              <a:rect l="l" t="t" r="r" b="b"/>
              <a:pathLst>
                <a:path w="1921" h="726" extrusionOk="0">
                  <a:moveTo>
                    <a:pt x="0" y="1"/>
                  </a:moveTo>
                  <a:lnTo>
                    <a:pt x="0" y="726"/>
                  </a:lnTo>
                  <a:lnTo>
                    <a:pt x="1920" y="726"/>
                  </a:lnTo>
                  <a:lnTo>
                    <a:pt x="1920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6945136" y="1569819"/>
              <a:ext cx="342913" cy="129769"/>
            </a:xfrm>
            <a:custGeom>
              <a:avLst/>
              <a:gdLst/>
              <a:ahLst/>
              <a:cxnLst/>
              <a:rect l="l" t="t" r="r" b="b"/>
              <a:pathLst>
                <a:path w="1921" h="727" extrusionOk="0">
                  <a:moveTo>
                    <a:pt x="0" y="1"/>
                  </a:moveTo>
                  <a:lnTo>
                    <a:pt x="0" y="727"/>
                  </a:lnTo>
                  <a:lnTo>
                    <a:pt x="1921" y="727"/>
                  </a:lnTo>
                  <a:lnTo>
                    <a:pt x="1921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6843384" y="1725299"/>
              <a:ext cx="342913" cy="131733"/>
            </a:xfrm>
            <a:custGeom>
              <a:avLst/>
              <a:gdLst/>
              <a:ahLst/>
              <a:cxnLst/>
              <a:rect l="l" t="t" r="r" b="b"/>
              <a:pathLst>
                <a:path w="1921" h="738" extrusionOk="0">
                  <a:moveTo>
                    <a:pt x="0" y="1"/>
                  </a:moveTo>
                  <a:lnTo>
                    <a:pt x="0" y="737"/>
                  </a:lnTo>
                  <a:lnTo>
                    <a:pt x="1921" y="737"/>
                  </a:lnTo>
                  <a:lnTo>
                    <a:pt x="1921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6496536" y="2265460"/>
              <a:ext cx="343091" cy="131733"/>
            </a:xfrm>
            <a:custGeom>
              <a:avLst/>
              <a:gdLst/>
              <a:ahLst/>
              <a:cxnLst/>
              <a:rect l="l" t="t" r="r" b="b"/>
              <a:pathLst>
                <a:path w="1922" h="738" extrusionOk="0">
                  <a:moveTo>
                    <a:pt x="1" y="1"/>
                  </a:moveTo>
                  <a:lnTo>
                    <a:pt x="1" y="738"/>
                  </a:lnTo>
                  <a:lnTo>
                    <a:pt x="1921" y="738"/>
                  </a:lnTo>
                  <a:lnTo>
                    <a:pt x="1921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6127909" y="2265460"/>
              <a:ext cx="342913" cy="131733"/>
            </a:xfrm>
            <a:custGeom>
              <a:avLst/>
              <a:gdLst/>
              <a:ahLst/>
              <a:cxnLst/>
              <a:rect l="l" t="t" r="r" b="b"/>
              <a:pathLst>
                <a:path w="1921" h="738" extrusionOk="0">
                  <a:moveTo>
                    <a:pt x="1" y="1"/>
                  </a:moveTo>
                  <a:lnTo>
                    <a:pt x="1" y="738"/>
                  </a:lnTo>
                  <a:lnTo>
                    <a:pt x="1921" y="738"/>
                  </a:lnTo>
                  <a:lnTo>
                    <a:pt x="1921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6394962" y="2422903"/>
              <a:ext cx="343091" cy="129769"/>
            </a:xfrm>
            <a:custGeom>
              <a:avLst/>
              <a:gdLst/>
              <a:ahLst/>
              <a:cxnLst/>
              <a:rect l="l" t="t" r="r" b="b"/>
              <a:pathLst>
                <a:path w="1922" h="727" extrusionOk="0">
                  <a:moveTo>
                    <a:pt x="1" y="0"/>
                  </a:moveTo>
                  <a:lnTo>
                    <a:pt x="1" y="726"/>
                  </a:lnTo>
                  <a:lnTo>
                    <a:pt x="1921" y="726"/>
                  </a:lnTo>
                  <a:lnTo>
                    <a:pt x="1921" y="0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6355154" y="2103912"/>
              <a:ext cx="342913" cy="131733"/>
            </a:xfrm>
            <a:custGeom>
              <a:avLst/>
              <a:gdLst/>
              <a:ahLst/>
              <a:cxnLst/>
              <a:rect l="l" t="t" r="r" b="b"/>
              <a:pathLst>
                <a:path w="1921" h="738" extrusionOk="0">
                  <a:moveTo>
                    <a:pt x="0" y="1"/>
                  </a:moveTo>
                  <a:lnTo>
                    <a:pt x="0" y="738"/>
                  </a:lnTo>
                  <a:lnTo>
                    <a:pt x="1921" y="738"/>
                  </a:lnTo>
                  <a:lnTo>
                    <a:pt x="1921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6484575" y="826517"/>
              <a:ext cx="343091" cy="129591"/>
            </a:xfrm>
            <a:custGeom>
              <a:avLst/>
              <a:gdLst/>
              <a:ahLst/>
              <a:cxnLst/>
              <a:rect l="l" t="t" r="r" b="b"/>
              <a:pathLst>
                <a:path w="1922" h="726" extrusionOk="0">
                  <a:moveTo>
                    <a:pt x="1" y="1"/>
                  </a:moveTo>
                  <a:lnTo>
                    <a:pt x="1" y="726"/>
                  </a:lnTo>
                  <a:lnTo>
                    <a:pt x="1921" y="726"/>
                  </a:lnTo>
                  <a:lnTo>
                    <a:pt x="1921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" name="Google Shape;23;p2"/>
          <p:cNvSpPr txBox="1">
            <a:spLocks noGrp="1"/>
          </p:cNvSpPr>
          <p:nvPr>
            <p:ph type="ctrTitle"/>
          </p:nvPr>
        </p:nvSpPr>
        <p:spPr>
          <a:xfrm>
            <a:off x="715288" y="765175"/>
            <a:ext cx="3965700" cy="15885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4" name="Google Shape;24;p2"/>
          <p:cNvSpPr txBox="1">
            <a:spLocks noGrp="1"/>
          </p:cNvSpPr>
          <p:nvPr>
            <p:ph type="subTitle" idx="1"/>
          </p:nvPr>
        </p:nvSpPr>
        <p:spPr>
          <a:xfrm>
            <a:off x="720000" y="3972950"/>
            <a:ext cx="3965700" cy="2373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5" name="Google Shape;25;p2"/>
          <p:cNvSpPr txBox="1">
            <a:spLocks noGrp="1"/>
          </p:cNvSpPr>
          <p:nvPr>
            <p:ph type="ctrTitle" idx="2"/>
          </p:nvPr>
        </p:nvSpPr>
        <p:spPr>
          <a:xfrm>
            <a:off x="640650" y="2419330"/>
            <a:ext cx="4115100" cy="1419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13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4936204" y="393499"/>
            <a:ext cx="909246" cy="403098"/>
          </a:xfrm>
          <a:custGeom>
            <a:avLst/>
            <a:gdLst/>
            <a:ahLst/>
            <a:cxnLst/>
            <a:rect l="l" t="t" r="r" b="b"/>
            <a:pathLst>
              <a:path w="5774" h="2560" extrusionOk="0">
                <a:moveTo>
                  <a:pt x="5036" y="1"/>
                </a:moveTo>
                <a:cubicBezTo>
                  <a:pt x="4914" y="1"/>
                  <a:pt x="4794" y="32"/>
                  <a:pt x="4679" y="81"/>
                </a:cubicBezTo>
                <a:cubicBezTo>
                  <a:pt x="4367" y="215"/>
                  <a:pt x="4065" y="483"/>
                  <a:pt x="3965" y="806"/>
                </a:cubicBezTo>
                <a:cubicBezTo>
                  <a:pt x="3987" y="650"/>
                  <a:pt x="3875" y="494"/>
                  <a:pt x="3730" y="449"/>
                </a:cubicBezTo>
                <a:cubicBezTo>
                  <a:pt x="3692" y="437"/>
                  <a:pt x="3652" y="432"/>
                  <a:pt x="3612" y="432"/>
                </a:cubicBezTo>
                <a:cubicBezTo>
                  <a:pt x="3501" y="432"/>
                  <a:pt x="3388" y="475"/>
                  <a:pt x="3306" y="550"/>
                </a:cubicBezTo>
                <a:cubicBezTo>
                  <a:pt x="3183" y="650"/>
                  <a:pt x="3105" y="795"/>
                  <a:pt x="3072" y="940"/>
                </a:cubicBezTo>
                <a:cubicBezTo>
                  <a:pt x="2881" y="538"/>
                  <a:pt x="2558" y="181"/>
                  <a:pt x="2134" y="47"/>
                </a:cubicBezTo>
                <a:cubicBezTo>
                  <a:pt x="2032" y="19"/>
                  <a:pt x="1927" y="5"/>
                  <a:pt x="1822" y="5"/>
                </a:cubicBezTo>
                <a:cubicBezTo>
                  <a:pt x="1475" y="5"/>
                  <a:pt x="1132" y="158"/>
                  <a:pt x="961" y="449"/>
                </a:cubicBezTo>
                <a:cubicBezTo>
                  <a:pt x="715" y="851"/>
                  <a:pt x="827" y="1376"/>
                  <a:pt x="995" y="1811"/>
                </a:cubicBezTo>
                <a:cubicBezTo>
                  <a:pt x="888" y="1668"/>
                  <a:pt x="724" y="1583"/>
                  <a:pt x="554" y="1583"/>
                </a:cubicBezTo>
                <a:cubicBezTo>
                  <a:pt x="511" y="1583"/>
                  <a:pt x="468" y="1588"/>
                  <a:pt x="425" y="1599"/>
                </a:cubicBezTo>
                <a:cubicBezTo>
                  <a:pt x="224" y="1644"/>
                  <a:pt x="57" y="1823"/>
                  <a:pt x="23" y="2034"/>
                </a:cubicBezTo>
                <a:cubicBezTo>
                  <a:pt x="1" y="2247"/>
                  <a:pt x="79" y="2470"/>
                  <a:pt x="269" y="2560"/>
                </a:cubicBezTo>
                <a:lnTo>
                  <a:pt x="5639" y="2560"/>
                </a:lnTo>
                <a:cubicBezTo>
                  <a:pt x="5773" y="2403"/>
                  <a:pt x="5740" y="2191"/>
                  <a:pt x="5751" y="1990"/>
                </a:cubicBezTo>
                <a:cubicBezTo>
                  <a:pt x="5751" y="1890"/>
                  <a:pt x="5729" y="1789"/>
                  <a:pt x="5662" y="1722"/>
                </a:cubicBezTo>
                <a:cubicBezTo>
                  <a:pt x="5620" y="1680"/>
                  <a:pt x="5544" y="1647"/>
                  <a:pt x="5478" y="1647"/>
                </a:cubicBezTo>
                <a:cubicBezTo>
                  <a:pt x="5439" y="1647"/>
                  <a:pt x="5403" y="1659"/>
                  <a:pt x="5382" y="1689"/>
                </a:cubicBezTo>
                <a:cubicBezTo>
                  <a:pt x="5516" y="1398"/>
                  <a:pt x="5662" y="1086"/>
                  <a:pt x="5662" y="762"/>
                </a:cubicBezTo>
                <a:cubicBezTo>
                  <a:pt x="5662" y="449"/>
                  <a:pt x="5483" y="92"/>
                  <a:pt x="5171" y="14"/>
                </a:cubicBezTo>
                <a:cubicBezTo>
                  <a:pt x="5125" y="5"/>
                  <a:pt x="5080" y="1"/>
                  <a:pt x="5036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"/>
          <p:cNvSpPr txBox="1">
            <a:spLocks noGrp="1"/>
          </p:cNvSpPr>
          <p:nvPr>
            <p:ph type="title"/>
          </p:nvPr>
        </p:nvSpPr>
        <p:spPr>
          <a:xfrm>
            <a:off x="4001400" y="2770847"/>
            <a:ext cx="4029600" cy="5958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50" name="Google Shape;50;p3"/>
          <p:cNvSpPr/>
          <p:nvPr/>
        </p:nvSpPr>
        <p:spPr>
          <a:xfrm>
            <a:off x="6988449" y="-285875"/>
            <a:ext cx="2711337" cy="2482326"/>
          </a:xfrm>
          <a:custGeom>
            <a:avLst/>
            <a:gdLst/>
            <a:ahLst/>
            <a:cxnLst/>
            <a:rect l="l" t="t" r="r" b="b"/>
            <a:pathLst>
              <a:path w="11233" h="10284" extrusionOk="0">
                <a:moveTo>
                  <a:pt x="7504" y="1"/>
                </a:moveTo>
                <a:cubicBezTo>
                  <a:pt x="7233" y="1"/>
                  <a:pt x="6958" y="22"/>
                  <a:pt x="6689" y="44"/>
                </a:cubicBezTo>
                <a:cubicBezTo>
                  <a:pt x="5293" y="144"/>
                  <a:pt x="3886" y="255"/>
                  <a:pt x="2491" y="367"/>
                </a:cubicBezTo>
                <a:cubicBezTo>
                  <a:pt x="2000" y="412"/>
                  <a:pt x="1508" y="446"/>
                  <a:pt x="1050" y="602"/>
                </a:cubicBezTo>
                <a:cubicBezTo>
                  <a:pt x="593" y="769"/>
                  <a:pt x="325" y="1026"/>
                  <a:pt x="124" y="1461"/>
                </a:cubicBezTo>
                <a:cubicBezTo>
                  <a:pt x="1" y="1707"/>
                  <a:pt x="102" y="2031"/>
                  <a:pt x="336" y="2176"/>
                </a:cubicBezTo>
                <a:cubicBezTo>
                  <a:pt x="417" y="2222"/>
                  <a:pt x="512" y="2244"/>
                  <a:pt x="607" y="2244"/>
                </a:cubicBezTo>
                <a:cubicBezTo>
                  <a:pt x="787" y="2244"/>
                  <a:pt x="970" y="2165"/>
                  <a:pt x="1072" y="2019"/>
                </a:cubicBezTo>
                <a:lnTo>
                  <a:pt x="1072" y="2019"/>
                </a:lnTo>
                <a:cubicBezTo>
                  <a:pt x="1039" y="2109"/>
                  <a:pt x="1084" y="2220"/>
                  <a:pt x="1173" y="2265"/>
                </a:cubicBezTo>
                <a:cubicBezTo>
                  <a:pt x="1207" y="2280"/>
                  <a:pt x="1241" y="2287"/>
                  <a:pt x="1275" y="2287"/>
                </a:cubicBezTo>
                <a:cubicBezTo>
                  <a:pt x="1343" y="2287"/>
                  <a:pt x="1407" y="2258"/>
                  <a:pt x="1452" y="2198"/>
                </a:cubicBezTo>
                <a:lnTo>
                  <a:pt x="1452" y="2198"/>
                </a:lnTo>
                <a:cubicBezTo>
                  <a:pt x="1296" y="2645"/>
                  <a:pt x="1474" y="3180"/>
                  <a:pt x="1854" y="3448"/>
                </a:cubicBezTo>
                <a:cubicBezTo>
                  <a:pt x="2038" y="3584"/>
                  <a:pt x="2264" y="3651"/>
                  <a:pt x="2491" y="3651"/>
                </a:cubicBezTo>
                <a:cubicBezTo>
                  <a:pt x="2731" y="3651"/>
                  <a:pt x="2971" y="3576"/>
                  <a:pt x="3161" y="3426"/>
                </a:cubicBezTo>
                <a:cubicBezTo>
                  <a:pt x="3240" y="3600"/>
                  <a:pt x="3431" y="3707"/>
                  <a:pt x="3618" y="3707"/>
                </a:cubicBezTo>
                <a:cubicBezTo>
                  <a:pt x="3696" y="3707"/>
                  <a:pt x="3773" y="3689"/>
                  <a:pt x="3841" y="3649"/>
                </a:cubicBezTo>
                <a:lnTo>
                  <a:pt x="3841" y="3649"/>
                </a:lnTo>
                <a:cubicBezTo>
                  <a:pt x="3439" y="3962"/>
                  <a:pt x="3305" y="4577"/>
                  <a:pt x="3540" y="5034"/>
                </a:cubicBezTo>
                <a:cubicBezTo>
                  <a:pt x="3731" y="5417"/>
                  <a:pt x="4146" y="5651"/>
                  <a:pt x="4566" y="5651"/>
                </a:cubicBezTo>
                <a:cubicBezTo>
                  <a:pt x="4660" y="5651"/>
                  <a:pt x="4754" y="5639"/>
                  <a:pt x="4846" y="5614"/>
                </a:cubicBezTo>
                <a:lnTo>
                  <a:pt x="4846" y="5614"/>
                </a:lnTo>
                <a:cubicBezTo>
                  <a:pt x="4838" y="5855"/>
                  <a:pt x="5081" y="6050"/>
                  <a:pt x="5321" y="6050"/>
                </a:cubicBezTo>
                <a:cubicBezTo>
                  <a:pt x="5334" y="6050"/>
                  <a:pt x="5347" y="6049"/>
                  <a:pt x="5359" y="6048"/>
                </a:cubicBezTo>
                <a:lnTo>
                  <a:pt x="5359" y="6048"/>
                </a:lnTo>
                <a:cubicBezTo>
                  <a:pt x="5087" y="6175"/>
                  <a:pt x="4894" y="6466"/>
                  <a:pt x="4913" y="6765"/>
                </a:cubicBezTo>
                <a:cubicBezTo>
                  <a:pt x="4925" y="7122"/>
                  <a:pt x="5237" y="7445"/>
                  <a:pt x="5595" y="7468"/>
                </a:cubicBezTo>
                <a:cubicBezTo>
                  <a:pt x="5047" y="7579"/>
                  <a:pt x="4712" y="8261"/>
                  <a:pt x="4947" y="8774"/>
                </a:cubicBezTo>
                <a:cubicBezTo>
                  <a:pt x="5093" y="9102"/>
                  <a:pt x="5456" y="9296"/>
                  <a:pt x="5816" y="9296"/>
                </a:cubicBezTo>
                <a:cubicBezTo>
                  <a:pt x="6008" y="9296"/>
                  <a:pt x="6198" y="9241"/>
                  <a:pt x="6354" y="9120"/>
                </a:cubicBezTo>
                <a:lnTo>
                  <a:pt x="6354" y="9120"/>
                </a:lnTo>
                <a:cubicBezTo>
                  <a:pt x="6320" y="9266"/>
                  <a:pt x="6398" y="9433"/>
                  <a:pt x="6532" y="9500"/>
                </a:cubicBezTo>
                <a:cubicBezTo>
                  <a:pt x="6572" y="9521"/>
                  <a:pt x="6617" y="9531"/>
                  <a:pt x="6663" y="9531"/>
                </a:cubicBezTo>
                <a:cubicBezTo>
                  <a:pt x="6760" y="9531"/>
                  <a:pt x="6862" y="9486"/>
                  <a:pt x="6923" y="9410"/>
                </a:cubicBezTo>
                <a:cubicBezTo>
                  <a:pt x="7113" y="9812"/>
                  <a:pt x="7493" y="10114"/>
                  <a:pt x="7917" y="10237"/>
                </a:cubicBezTo>
                <a:cubicBezTo>
                  <a:pt x="8041" y="10268"/>
                  <a:pt x="8168" y="10284"/>
                  <a:pt x="8296" y="10284"/>
                </a:cubicBezTo>
                <a:cubicBezTo>
                  <a:pt x="8616" y="10284"/>
                  <a:pt x="8937" y="10186"/>
                  <a:pt x="9200" y="10003"/>
                </a:cubicBezTo>
                <a:cubicBezTo>
                  <a:pt x="11232" y="8562"/>
                  <a:pt x="10652" y="5235"/>
                  <a:pt x="10205" y="2768"/>
                </a:cubicBezTo>
                <a:cubicBezTo>
                  <a:pt x="10027" y="1785"/>
                  <a:pt x="9647" y="724"/>
                  <a:pt x="8754" y="255"/>
                </a:cubicBezTo>
                <a:cubicBezTo>
                  <a:pt x="8368" y="56"/>
                  <a:pt x="7941" y="1"/>
                  <a:pt x="7504" y="1"/>
                </a:cubicBezTo>
                <a:close/>
              </a:path>
            </a:pathLst>
          </a:custGeom>
          <a:solidFill>
            <a:srgbClr val="D2F2F9">
              <a:alpha val="768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3"/>
          <p:cNvSpPr/>
          <p:nvPr/>
        </p:nvSpPr>
        <p:spPr>
          <a:xfrm>
            <a:off x="-433300" y="-332728"/>
            <a:ext cx="2956951" cy="2789586"/>
          </a:xfrm>
          <a:custGeom>
            <a:avLst/>
            <a:gdLst/>
            <a:ahLst/>
            <a:cxnLst/>
            <a:rect l="l" t="t" r="r" b="b"/>
            <a:pathLst>
              <a:path w="10774" h="10164" extrusionOk="0">
                <a:moveTo>
                  <a:pt x="7021" y="1"/>
                </a:moveTo>
                <a:cubicBezTo>
                  <a:pt x="5585" y="1"/>
                  <a:pt x="4049" y="286"/>
                  <a:pt x="2646" y="351"/>
                </a:cubicBezTo>
                <a:cubicBezTo>
                  <a:pt x="2166" y="373"/>
                  <a:pt x="1663" y="418"/>
                  <a:pt x="1261" y="674"/>
                </a:cubicBezTo>
                <a:cubicBezTo>
                  <a:pt x="636" y="1076"/>
                  <a:pt x="424" y="1880"/>
                  <a:pt x="335" y="2617"/>
                </a:cubicBezTo>
                <a:cubicBezTo>
                  <a:pt x="0" y="5174"/>
                  <a:pt x="323" y="7820"/>
                  <a:pt x="1440" y="10131"/>
                </a:cubicBezTo>
                <a:cubicBezTo>
                  <a:pt x="1513" y="10153"/>
                  <a:pt x="1589" y="10164"/>
                  <a:pt x="1664" y="10164"/>
                </a:cubicBezTo>
                <a:cubicBezTo>
                  <a:pt x="1897" y="10164"/>
                  <a:pt x="2126" y="10063"/>
                  <a:pt x="2278" y="9886"/>
                </a:cubicBezTo>
                <a:cubicBezTo>
                  <a:pt x="2479" y="9651"/>
                  <a:pt x="2534" y="9294"/>
                  <a:pt x="2400" y="9015"/>
                </a:cubicBezTo>
                <a:lnTo>
                  <a:pt x="2400" y="9015"/>
                </a:lnTo>
                <a:cubicBezTo>
                  <a:pt x="2503" y="9050"/>
                  <a:pt x="2610" y="9067"/>
                  <a:pt x="2718" y="9067"/>
                </a:cubicBezTo>
                <a:cubicBezTo>
                  <a:pt x="3054" y="9067"/>
                  <a:pt x="3389" y="8903"/>
                  <a:pt x="3584" y="8624"/>
                </a:cubicBezTo>
                <a:cubicBezTo>
                  <a:pt x="3841" y="8256"/>
                  <a:pt x="3818" y="7720"/>
                  <a:pt x="3539" y="7373"/>
                </a:cubicBezTo>
                <a:lnTo>
                  <a:pt x="3539" y="7373"/>
                </a:lnTo>
                <a:cubicBezTo>
                  <a:pt x="3556" y="7375"/>
                  <a:pt x="3572" y="7376"/>
                  <a:pt x="3589" y="7376"/>
                </a:cubicBezTo>
                <a:cubicBezTo>
                  <a:pt x="3752" y="7376"/>
                  <a:pt x="3914" y="7280"/>
                  <a:pt x="3975" y="7128"/>
                </a:cubicBezTo>
                <a:cubicBezTo>
                  <a:pt x="4042" y="6971"/>
                  <a:pt x="3975" y="6760"/>
                  <a:pt x="3829" y="6659"/>
                </a:cubicBezTo>
                <a:cubicBezTo>
                  <a:pt x="4377" y="6614"/>
                  <a:pt x="4846" y="6101"/>
                  <a:pt x="4846" y="5542"/>
                </a:cubicBezTo>
                <a:cubicBezTo>
                  <a:pt x="4846" y="4996"/>
                  <a:pt x="4377" y="4482"/>
                  <a:pt x="3829" y="4426"/>
                </a:cubicBezTo>
                <a:cubicBezTo>
                  <a:pt x="4119" y="4426"/>
                  <a:pt x="4343" y="4069"/>
                  <a:pt x="4231" y="3801"/>
                </a:cubicBezTo>
                <a:lnTo>
                  <a:pt x="4231" y="3801"/>
                </a:lnTo>
                <a:cubicBezTo>
                  <a:pt x="4382" y="3854"/>
                  <a:pt x="4542" y="3880"/>
                  <a:pt x="4701" y="3880"/>
                </a:cubicBezTo>
                <a:cubicBezTo>
                  <a:pt x="4980" y="3880"/>
                  <a:pt x="5259" y="3800"/>
                  <a:pt x="5493" y="3644"/>
                </a:cubicBezTo>
                <a:cubicBezTo>
                  <a:pt x="5873" y="3410"/>
                  <a:pt x="6129" y="2997"/>
                  <a:pt x="6174" y="2562"/>
                </a:cubicBezTo>
                <a:cubicBezTo>
                  <a:pt x="6174" y="2706"/>
                  <a:pt x="6285" y="2852"/>
                  <a:pt x="6431" y="2885"/>
                </a:cubicBezTo>
                <a:cubicBezTo>
                  <a:pt x="6453" y="2890"/>
                  <a:pt x="6476" y="2892"/>
                  <a:pt x="6498" y="2892"/>
                </a:cubicBezTo>
                <a:cubicBezTo>
                  <a:pt x="6630" y="2892"/>
                  <a:pt x="6752" y="2809"/>
                  <a:pt x="6799" y="2684"/>
                </a:cubicBezTo>
                <a:cubicBezTo>
                  <a:pt x="7050" y="3105"/>
                  <a:pt x="7526" y="3364"/>
                  <a:pt x="8000" y="3364"/>
                </a:cubicBezTo>
                <a:cubicBezTo>
                  <a:pt x="8054" y="3364"/>
                  <a:pt x="8108" y="3361"/>
                  <a:pt x="8161" y="3354"/>
                </a:cubicBezTo>
                <a:cubicBezTo>
                  <a:pt x="8697" y="3299"/>
                  <a:pt x="9178" y="2885"/>
                  <a:pt x="9322" y="2372"/>
                </a:cubicBezTo>
                <a:cubicBezTo>
                  <a:pt x="9361" y="2444"/>
                  <a:pt x="9438" y="2476"/>
                  <a:pt x="9516" y="2476"/>
                </a:cubicBezTo>
                <a:cubicBezTo>
                  <a:pt x="9619" y="2476"/>
                  <a:pt x="9723" y="2418"/>
                  <a:pt x="9736" y="2316"/>
                </a:cubicBezTo>
                <a:cubicBezTo>
                  <a:pt x="9802" y="2336"/>
                  <a:pt x="9869" y="2345"/>
                  <a:pt x="9937" y="2345"/>
                </a:cubicBezTo>
                <a:cubicBezTo>
                  <a:pt x="10212" y="2345"/>
                  <a:pt x="10483" y="2190"/>
                  <a:pt x="10617" y="1947"/>
                </a:cubicBezTo>
                <a:cubicBezTo>
                  <a:pt x="10774" y="1657"/>
                  <a:pt x="10696" y="1244"/>
                  <a:pt x="10439" y="1021"/>
                </a:cubicBezTo>
                <a:cubicBezTo>
                  <a:pt x="9485" y="224"/>
                  <a:pt x="8292" y="1"/>
                  <a:pt x="7021" y="1"/>
                </a:cubicBezTo>
                <a:close/>
              </a:path>
            </a:pathLst>
          </a:custGeom>
          <a:solidFill>
            <a:srgbClr val="D2F2F9">
              <a:alpha val="768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3"/>
          <p:cNvSpPr/>
          <p:nvPr/>
        </p:nvSpPr>
        <p:spPr>
          <a:xfrm>
            <a:off x="6653245" y="2989130"/>
            <a:ext cx="3155062" cy="2811926"/>
          </a:xfrm>
          <a:custGeom>
            <a:avLst/>
            <a:gdLst/>
            <a:ahLst/>
            <a:cxnLst/>
            <a:rect l="l" t="t" r="r" b="b"/>
            <a:pathLst>
              <a:path w="9782" h="8718" extrusionOk="0">
                <a:moveTo>
                  <a:pt x="7360" y="0"/>
                </a:moveTo>
                <a:cubicBezTo>
                  <a:pt x="7146" y="0"/>
                  <a:pt x="6932" y="31"/>
                  <a:pt x="6722" y="93"/>
                </a:cubicBezTo>
                <a:cubicBezTo>
                  <a:pt x="6264" y="216"/>
                  <a:pt x="5839" y="507"/>
                  <a:pt x="5638" y="942"/>
                </a:cubicBezTo>
                <a:cubicBezTo>
                  <a:pt x="5438" y="1378"/>
                  <a:pt x="5527" y="1947"/>
                  <a:pt x="5896" y="2237"/>
                </a:cubicBezTo>
                <a:cubicBezTo>
                  <a:pt x="5683" y="2237"/>
                  <a:pt x="5438" y="2293"/>
                  <a:pt x="5337" y="2482"/>
                </a:cubicBezTo>
                <a:cubicBezTo>
                  <a:pt x="5271" y="2628"/>
                  <a:pt x="5293" y="2807"/>
                  <a:pt x="5371" y="2941"/>
                </a:cubicBezTo>
                <a:cubicBezTo>
                  <a:pt x="5415" y="3041"/>
                  <a:pt x="5482" y="3119"/>
                  <a:pt x="5549" y="3186"/>
                </a:cubicBezTo>
                <a:cubicBezTo>
                  <a:pt x="5379" y="3051"/>
                  <a:pt x="5158" y="2975"/>
                  <a:pt x="4937" y="2975"/>
                </a:cubicBezTo>
                <a:cubicBezTo>
                  <a:pt x="4811" y="2975"/>
                  <a:pt x="4684" y="2999"/>
                  <a:pt x="4567" y="3052"/>
                </a:cubicBezTo>
                <a:cubicBezTo>
                  <a:pt x="4199" y="3219"/>
                  <a:pt x="3964" y="3644"/>
                  <a:pt x="4031" y="4045"/>
                </a:cubicBezTo>
                <a:cubicBezTo>
                  <a:pt x="3954" y="4015"/>
                  <a:pt x="3873" y="4001"/>
                  <a:pt x="3792" y="4001"/>
                </a:cubicBezTo>
                <a:cubicBezTo>
                  <a:pt x="3517" y="4001"/>
                  <a:pt x="3241" y="4164"/>
                  <a:pt x="3138" y="4414"/>
                </a:cubicBezTo>
                <a:cubicBezTo>
                  <a:pt x="2983" y="4053"/>
                  <a:pt x="2599" y="3806"/>
                  <a:pt x="2216" y="3806"/>
                </a:cubicBezTo>
                <a:cubicBezTo>
                  <a:pt x="2185" y="3806"/>
                  <a:pt x="2153" y="3808"/>
                  <a:pt x="2122" y="3811"/>
                </a:cubicBezTo>
                <a:cubicBezTo>
                  <a:pt x="1698" y="3856"/>
                  <a:pt x="1318" y="4191"/>
                  <a:pt x="1240" y="4604"/>
                </a:cubicBezTo>
                <a:cubicBezTo>
                  <a:pt x="1150" y="5017"/>
                  <a:pt x="1351" y="5475"/>
                  <a:pt x="1720" y="5687"/>
                </a:cubicBezTo>
                <a:cubicBezTo>
                  <a:pt x="1530" y="5687"/>
                  <a:pt x="1351" y="5854"/>
                  <a:pt x="1351" y="6055"/>
                </a:cubicBezTo>
                <a:cubicBezTo>
                  <a:pt x="1215" y="5941"/>
                  <a:pt x="1036" y="5885"/>
                  <a:pt x="857" y="5885"/>
                </a:cubicBezTo>
                <a:cubicBezTo>
                  <a:pt x="668" y="5885"/>
                  <a:pt x="478" y="5947"/>
                  <a:pt x="336" y="6067"/>
                </a:cubicBezTo>
                <a:cubicBezTo>
                  <a:pt x="68" y="6312"/>
                  <a:pt x="1" y="6759"/>
                  <a:pt x="190" y="7072"/>
                </a:cubicBezTo>
                <a:lnTo>
                  <a:pt x="470" y="7228"/>
                </a:lnTo>
                <a:cubicBezTo>
                  <a:pt x="1775" y="7853"/>
                  <a:pt x="3127" y="8489"/>
                  <a:pt x="4578" y="8668"/>
                </a:cubicBezTo>
                <a:cubicBezTo>
                  <a:pt x="4828" y="8700"/>
                  <a:pt x="5081" y="8717"/>
                  <a:pt x="5334" y="8717"/>
                </a:cubicBezTo>
                <a:cubicBezTo>
                  <a:pt x="6557" y="8717"/>
                  <a:pt x="7786" y="8325"/>
                  <a:pt x="8608" y="7429"/>
                </a:cubicBezTo>
                <a:cubicBezTo>
                  <a:pt x="9513" y="6457"/>
                  <a:pt x="9781" y="5006"/>
                  <a:pt x="9558" y="3688"/>
                </a:cubicBezTo>
                <a:cubicBezTo>
                  <a:pt x="9334" y="2371"/>
                  <a:pt x="8620" y="1165"/>
                  <a:pt x="7871" y="60"/>
                </a:cubicBezTo>
                <a:cubicBezTo>
                  <a:pt x="7702" y="20"/>
                  <a:pt x="7531" y="0"/>
                  <a:pt x="7360" y="0"/>
                </a:cubicBezTo>
                <a:close/>
              </a:path>
            </a:pathLst>
          </a:custGeom>
          <a:solidFill>
            <a:srgbClr val="D2F2F9">
              <a:alpha val="768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3"/>
          <p:cNvSpPr/>
          <p:nvPr/>
        </p:nvSpPr>
        <p:spPr>
          <a:xfrm>
            <a:off x="-205683" y="3357178"/>
            <a:ext cx="3549741" cy="2075824"/>
          </a:xfrm>
          <a:custGeom>
            <a:avLst/>
            <a:gdLst/>
            <a:ahLst/>
            <a:cxnLst/>
            <a:rect l="l" t="t" r="r" b="b"/>
            <a:pathLst>
              <a:path w="10127" h="5922" extrusionOk="0">
                <a:moveTo>
                  <a:pt x="2117" y="0"/>
                </a:moveTo>
                <a:cubicBezTo>
                  <a:pt x="2089" y="0"/>
                  <a:pt x="2060" y="2"/>
                  <a:pt x="2032" y="7"/>
                </a:cubicBezTo>
                <a:cubicBezTo>
                  <a:pt x="1753" y="40"/>
                  <a:pt x="1530" y="264"/>
                  <a:pt x="1418" y="520"/>
                </a:cubicBezTo>
                <a:cubicBezTo>
                  <a:pt x="1307" y="777"/>
                  <a:pt x="1284" y="1056"/>
                  <a:pt x="1250" y="1336"/>
                </a:cubicBezTo>
                <a:cubicBezTo>
                  <a:pt x="1173" y="1179"/>
                  <a:pt x="1005" y="1068"/>
                  <a:pt x="816" y="1056"/>
                </a:cubicBezTo>
                <a:cubicBezTo>
                  <a:pt x="806" y="1055"/>
                  <a:pt x="796" y="1055"/>
                  <a:pt x="787" y="1055"/>
                </a:cubicBezTo>
                <a:cubicBezTo>
                  <a:pt x="618" y="1055"/>
                  <a:pt x="453" y="1143"/>
                  <a:pt x="357" y="1291"/>
                </a:cubicBezTo>
                <a:cubicBezTo>
                  <a:pt x="313" y="1972"/>
                  <a:pt x="89" y="2708"/>
                  <a:pt x="56" y="3390"/>
                </a:cubicBezTo>
                <a:cubicBezTo>
                  <a:pt x="22" y="3792"/>
                  <a:pt x="0" y="4194"/>
                  <a:pt x="89" y="4584"/>
                </a:cubicBezTo>
                <a:cubicBezTo>
                  <a:pt x="168" y="4975"/>
                  <a:pt x="357" y="5355"/>
                  <a:pt x="692" y="5578"/>
                </a:cubicBezTo>
                <a:cubicBezTo>
                  <a:pt x="1005" y="5779"/>
                  <a:pt x="1407" y="5812"/>
                  <a:pt x="1776" y="5846"/>
                </a:cubicBezTo>
                <a:cubicBezTo>
                  <a:pt x="2504" y="5898"/>
                  <a:pt x="3231" y="5921"/>
                  <a:pt x="3958" y="5921"/>
                </a:cubicBezTo>
                <a:cubicBezTo>
                  <a:pt x="5893" y="5921"/>
                  <a:pt x="7823" y="5755"/>
                  <a:pt x="9747" y="5511"/>
                </a:cubicBezTo>
                <a:cubicBezTo>
                  <a:pt x="10093" y="5209"/>
                  <a:pt x="10127" y="4629"/>
                  <a:pt x="9837" y="4294"/>
                </a:cubicBezTo>
                <a:cubicBezTo>
                  <a:pt x="9673" y="4106"/>
                  <a:pt x="9427" y="4010"/>
                  <a:pt x="9181" y="4010"/>
                </a:cubicBezTo>
                <a:cubicBezTo>
                  <a:pt x="9047" y="4010"/>
                  <a:pt x="8914" y="4038"/>
                  <a:pt x="8794" y="4095"/>
                </a:cubicBezTo>
                <a:lnTo>
                  <a:pt x="8794" y="4095"/>
                </a:lnTo>
                <a:cubicBezTo>
                  <a:pt x="8872" y="4029"/>
                  <a:pt x="8937" y="3950"/>
                  <a:pt x="8976" y="3859"/>
                </a:cubicBezTo>
                <a:cubicBezTo>
                  <a:pt x="9043" y="3691"/>
                  <a:pt x="9010" y="3490"/>
                  <a:pt x="8876" y="3378"/>
                </a:cubicBezTo>
                <a:cubicBezTo>
                  <a:pt x="8823" y="3334"/>
                  <a:pt x="8755" y="3313"/>
                  <a:pt x="8687" y="3313"/>
                </a:cubicBezTo>
                <a:cubicBezTo>
                  <a:pt x="8583" y="3313"/>
                  <a:pt x="8481" y="3362"/>
                  <a:pt x="8441" y="3457"/>
                </a:cubicBezTo>
                <a:cubicBezTo>
                  <a:pt x="8519" y="3133"/>
                  <a:pt x="8385" y="2798"/>
                  <a:pt x="8184" y="2530"/>
                </a:cubicBezTo>
                <a:cubicBezTo>
                  <a:pt x="7866" y="2135"/>
                  <a:pt x="7356" y="1898"/>
                  <a:pt x="6843" y="1898"/>
                </a:cubicBezTo>
                <a:cubicBezTo>
                  <a:pt x="6761" y="1898"/>
                  <a:pt x="6680" y="1904"/>
                  <a:pt x="6599" y="1916"/>
                </a:cubicBezTo>
                <a:cubicBezTo>
                  <a:pt x="6018" y="1994"/>
                  <a:pt x="5493" y="2418"/>
                  <a:pt x="5270" y="2966"/>
                </a:cubicBezTo>
                <a:cubicBezTo>
                  <a:pt x="5191" y="2852"/>
                  <a:pt x="5037" y="2799"/>
                  <a:pt x="4877" y="2799"/>
                </a:cubicBezTo>
                <a:cubicBezTo>
                  <a:pt x="4721" y="2799"/>
                  <a:pt x="4560" y="2850"/>
                  <a:pt x="4455" y="2943"/>
                </a:cubicBezTo>
                <a:cubicBezTo>
                  <a:pt x="4500" y="2574"/>
                  <a:pt x="4299" y="2195"/>
                  <a:pt x="3975" y="2016"/>
                </a:cubicBezTo>
                <a:cubicBezTo>
                  <a:pt x="3841" y="1943"/>
                  <a:pt x="3691" y="1907"/>
                  <a:pt x="3539" y="1907"/>
                </a:cubicBezTo>
                <a:cubicBezTo>
                  <a:pt x="3393" y="1907"/>
                  <a:pt x="3245" y="1940"/>
                  <a:pt x="3112" y="2005"/>
                </a:cubicBezTo>
                <a:lnTo>
                  <a:pt x="3112" y="2005"/>
                </a:lnTo>
                <a:cubicBezTo>
                  <a:pt x="3188" y="1924"/>
                  <a:pt x="3229" y="1814"/>
                  <a:pt x="3215" y="1704"/>
                </a:cubicBezTo>
                <a:cubicBezTo>
                  <a:pt x="3205" y="1525"/>
                  <a:pt x="3048" y="1358"/>
                  <a:pt x="2870" y="1336"/>
                </a:cubicBezTo>
                <a:cubicBezTo>
                  <a:pt x="2937" y="1034"/>
                  <a:pt x="2937" y="710"/>
                  <a:pt x="2791" y="431"/>
                </a:cubicBezTo>
                <a:cubicBezTo>
                  <a:pt x="2660" y="188"/>
                  <a:pt x="2391" y="0"/>
                  <a:pt x="2117" y="0"/>
                </a:cubicBezTo>
                <a:close/>
              </a:path>
            </a:pathLst>
          </a:custGeom>
          <a:solidFill>
            <a:srgbClr val="D2F2F9">
              <a:alpha val="768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4" name="Google Shape;54;p3"/>
          <p:cNvGrpSpPr/>
          <p:nvPr/>
        </p:nvGrpSpPr>
        <p:grpSpPr>
          <a:xfrm>
            <a:off x="6102024" y="669074"/>
            <a:ext cx="1186025" cy="1883599"/>
            <a:chOff x="6102024" y="669074"/>
            <a:chExt cx="1186025" cy="1883599"/>
          </a:xfrm>
        </p:grpSpPr>
        <p:sp>
          <p:nvSpPr>
            <p:cNvPr id="55" name="Google Shape;55;p3"/>
            <p:cNvSpPr/>
            <p:nvPr/>
          </p:nvSpPr>
          <p:spPr>
            <a:xfrm>
              <a:off x="6203598" y="669074"/>
              <a:ext cx="343091" cy="131733"/>
            </a:xfrm>
            <a:custGeom>
              <a:avLst/>
              <a:gdLst/>
              <a:ahLst/>
              <a:cxnLst/>
              <a:rect l="l" t="t" r="r" b="b"/>
              <a:pathLst>
                <a:path w="1922" h="738" extrusionOk="0">
                  <a:moveTo>
                    <a:pt x="1" y="0"/>
                  </a:moveTo>
                  <a:lnTo>
                    <a:pt x="1" y="737"/>
                  </a:lnTo>
                  <a:lnTo>
                    <a:pt x="1921" y="737"/>
                  </a:lnTo>
                  <a:lnTo>
                    <a:pt x="1921" y="0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3"/>
            <p:cNvSpPr/>
            <p:nvPr/>
          </p:nvSpPr>
          <p:spPr>
            <a:xfrm>
              <a:off x="6102024" y="826517"/>
              <a:ext cx="342913" cy="129591"/>
            </a:xfrm>
            <a:custGeom>
              <a:avLst/>
              <a:gdLst/>
              <a:ahLst/>
              <a:cxnLst/>
              <a:rect l="l" t="t" r="r" b="b"/>
              <a:pathLst>
                <a:path w="1921" h="726" extrusionOk="0">
                  <a:moveTo>
                    <a:pt x="0" y="1"/>
                  </a:moveTo>
                  <a:lnTo>
                    <a:pt x="0" y="726"/>
                  </a:lnTo>
                  <a:lnTo>
                    <a:pt x="1920" y="726"/>
                  </a:lnTo>
                  <a:lnTo>
                    <a:pt x="1920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3"/>
            <p:cNvSpPr/>
            <p:nvPr/>
          </p:nvSpPr>
          <p:spPr>
            <a:xfrm>
              <a:off x="6945136" y="1569819"/>
              <a:ext cx="342913" cy="129769"/>
            </a:xfrm>
            <a:custGeom>
              <a:avLst/>
              <a:gdLst/>
              <a:ahLst/>
              <a:cxnLst/>
              <a:rect l="l" t="t" r="r" b="b"/>
              <a:pathLst>
                <a:path w="1921" h="727" extrusionOk="0">
                  <a:moveTo>
                    <a:pt x="0" y="1"/>
                  </a:moveTo>
                  <a:lnTo>
                    <a:pt x="0" y="727"/>
                  </a:lnTo>
                  <a:lnTo>
                    <a:pt x="1921" y="727"/>
                  </a:lnTo>
                  <a:lnTo>
                    <a:pt x="1921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3"/>
            <p:cNvSpPr/>
            <p:nvPr/>
          </p:nvSpPr>
          <p:spPr>
            <a:xfrm>
              <a:off x="6843384" y="1725299"/>
              <a:ext cx="342913" cy="131733"/>
            </a:xfrm>
            <a:custGeom>
              <a:avLst/>
              <a:gdLst/>
              <a:ahLst/>
              <a:cxnLst/>
              <a:rect l="l" t="t" r="r" b="b"/>
              <a:pathLst>
                <a:path w="1921" h="738" extrusionOk="0">
                  <a:moveTo>
                    <a:pt x="0" y="1"/>
                  </a:moveTo>
                  <a:lnTo>
                    <a:pt x="0" y="737"/>
                  </a:lnTo>
                  <a:lnTo>
                    <a:pt x="1921" y="737"/>
                  </a:lnTo>
                  <a:lnTo>
                    <a:pt x="1921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3"/>
            <p:cNvSpPr/>
            <p:nvPr/>
          </p:nvSpPr>
          <p:spPr>
            <a:xfrm>
              <a:off x="6496536" y="2265460"/>
              <a:ext cx="343091" cy="131733"/>
            </a:xfrm>
            <a:custGeom>
              <a:avLst/>
              <a:gdLst/>
              <a:ahLst/>
              <a:cxnLst/>
              <a:rect l="l" t="t" r="r" b="b"/>
              <a:pathLst>
                <a:path w="1922" h="738" extrusionOk="0">
                  <a:moveTo>
                    <a:pt x="1" y="1"/>
                  </a:moveTo>
                  <a:lnTo>
                    <a:pt x="1" y="738"/>
                  </a:lnTo>
                  <a:lnTo>
                    <a:pt x="1921" y="738"/>
                  </a:lnTo>
                  <a:lnTo>
                    <a:pt x="1921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3"/>
            <p:cNvSpPr/>
            <p:nvPr/>
          </p:nvSpPr>
          <p:spPr>
            <a:xfrm>
              <a:off x="6127909" y="2265460"/>
              <a:ext cx="342913" cy="131733"/>
            </a:xfrm>
            <a:custGeom>
              <a:avLst/>
              <a:gdLst/>
              <a:ahLst/>
              <a:cxnLst/>
              <a:rect l="l" t="t" r="r" b="b"/>
              <a:pathLst>
                <a:path w="1921" h="738" extrusionOk="0">
                  <a:moveTo>
                    <a:pt x="1" y="1"/>
                  </a:moveTo>
                  <a:lnTo>
                    <a:pt x="1" y="738"/>
                  </a:lnTo>
                  <a:lnTo>
                    <a:pt x="1921" y="738"/>
                  </a:lnTo>
                  <a:lnTo>
                    <a:pt x="1921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3"/>
            <p:cNvSpPr/>
            <p:nvPr/>
          </p:nvSpPr>
          <p:spPr>
            <a:xfrm>
              <a:off x="6394962" y="2422903"/>
              <a:ext cx="343091" cy="129769"/>
            </a:xfrm>
            <a:custGeom>
              <a:avLst/>
              <a:gdLst/>
              <a:ahLst/>
              <a:cxnLst/>
              <a:rect l="l" t="t" r="r" b="b"/>
              <a:pathLst>
                <a:path w="1922" h="727" extrusionOk="0">
                  <a:moveTo>
                    <a:pt x="1" y="0"/>
                  </a:moveTo>
                  <a:lnTo>
                    <a:pt x="1" y="726"/>
                  </a:lnTo>
                  <a:lnTo>
                    <a:pt x="1921" y="726"/>
                  </a:lnTo>
                  <a:lnTo>
                    <a:pt x="1921" y="0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3"/>
            <p:cNvSpPr/>
            <p:nvPr/>
          </p:nvSpPr>
          <p:spPr>
            <a:xfrm>
              <a:off x="6355154" y="2103912"/>
              <a:ext cx="342913" cy="131733"/>
            </a:xfrm>
            <a:custGeom>
              <a:avLst/>
              <a:gdLst/>
              <a:ahLst/>
              <a:cxnLst/>
              <a:rect l="l" t="t" r="r" b="b"/>
              <a:pathLst>
                <a:path w="1921" h="738" extrusionOk="0">
                  <a:moveTo>
                    <a:pt x="0" y="1"/>
                  </a:moveTo>
                  <a:lnTo>
                    <a:pt x="0" y="738"/>
                  </a:lnTo>
                  <a:lnTo>
                    <a:pt x="1921" y="738"/>
                  </a:lnTo>
                  <a:lnTo>
                    <a:pt x="1921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3"/>
            <p:cNvSpPr/>
            <p:nvPr/>
          </p:nvSpPr>
          <p:spPr>
            <a:xfrm>
              <a:off x="6484575" y="826517"/>
              <a:ext cx="343091" cy="129591"/>
            </a:xfrm>
            <a:custGeom>
              <a:avLst/>
              <a:gdLst/>
              <a:ahLst/>
              <a:cxnLst/>
              <a:rect l="l" t="t" r="r" b="b"/>
              <a:pathLst>
                <a:path w="1922" h="726" extrusionOk="0">
                  <a:moveTo>
                    <a:pt x="1" y="1"/>
                  </a:moveTo>
                  <a:lnTo>
                    <a:pt x="1" y="726"/>
                  </a:lnTo>
                  <a:lnTo>
                    <a:pt x="1921" y="726"/>
                  </a:lnTo>
                  <a:lnTo>
                    <a:pt x="1921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4" name="Google Shape;64;p3"/>
          <p:cNvSpPr txBox="1">
            <a:spLocks noGrp="1"/>
          </p:cNvSpPr>
          <p:nvPr>
            <p:ph type="title" idx="2" hasCustomPrompt="1"/>
          </p:nvPr>
        </p:nvSpPr>
        <p:spPr>
          <a:xfrm>
            <a:off x="4001400" y="1192009"/>
            <a:ext cx="3750900" cy="15108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5" name="Google Shape;65;p3"/>
          <p:cNvSpPr txBox="1">
            <a:spLocks noGrp="1"/>
          </p:cNvSpPr>
          <p:nvPr>
            <p:ph type="subTitle" idx="1"/>
          </p:nvPr>
        </p:nvSpPr>
        <p:spPr>
          <a:xfrm>
            <a:off x="4001400" y="3659591"/>
            <a:ext cx="4575000" cy="2919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grpSp>
        <p:nvGrpSpPr>
          <p:cNvPr id="66" name="Google Shape;66;p3"/>
          <p:cNvGrpSpPr/>
          <p:nvPr/>
        </p:nvGrpSpPr>
        <p:grpSpPr>
          <a:xfrm flipH="1">
            <a:off x="1091249" y="2017924"/>
            <a:ext cx="1186025" cy="1883599"/>
            <a:chOff x="6102024" y="669074"/>
            <a:chExt cx="1186025" cy="1883599"/>
          </a:xfrm>
        </p:grpSpPr>
        <p:sp>
          <p:nvSpPr>
            <p:cNvPr id="67" name="Google Shape;67;p3"/>
            <p:cNvSpPr/>
            <p:nvPr/>
          </p:nvSpPr>
          <p:spPr>
            <a:xfrm>
              <a:off x="6203598" y="669074"/>
              <a:ext cx="343091" cy="131733"/>
            </a:xfrm>
            <a:custGeom>
              <a:avLst/>
              <a:gdLst/>
              <a:ahLst/>
              <a:cxnLst/>
              <a:rect l="l" t="t" r="r" b="b"/>
              <a:pathLst>
                <a:path w="1922" h="738" extrusionOk="0">
                  <a:moveTo>
                    <a:pt x="1" y="0"/>
                  </a:moveTo>
                  <a:lnTo>
                    <a:pt x="1" y="737"/>
                  </a:lnTo>
                  <a:lnTo>
                    <a:pt x="1921" y="737"/>
                  </a:lnTo>
                  <a:lnTo>
                    <a:pt x="1921" y="0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3"/>
            <p:cNvSpPr/>
            <p:nvPr/>
          </p:nvSpPr>
          <p:spPr>
            <a:xfrm>
              <a:off x="6102024" y="826517"/>
              <a:ext cx="342913" cy="129591"/>
            </a:xfrm>
            <a:custGeom>
              <a:avLst/>
              <a:gdLst/>
              <a:ahLst/>
              <a:cxnLst/>
              <a:rect l="l" t="t" r="r" b="b"/>
              <a:pathLst>
                <a:path w="1921" h="726" extrusionOk="0">
                  <a:moveTo>
                    <a:pt x="0" y="1"/>
                  </a:moveTo>
                  <a:lnTo>
                    <a:pt x="0" y="726"/>
                  </a:lnTo>
                  <a:lnTo>
                    <a:pt x="1920" y="726"/>
                  </a:lnTo>
                  <a:lnTo>
                    <a:pt x="1920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3"/>
            <p:cNvSpPr/>
            <p:nvPr/>
          </p:nvSpPr>
          <p:spPr>
            <a:xfrm>
              <a:off x="6945136" y="1569819"/>
              <a:ext cx="342913" cy="129769"/>
            </a:xfrm>
            <a:custGeom>
              <a:avLst/>
              <a:gdLst/>
              <a:ahLst/>
              <a:cxnLst/>
              <a:rect l="l" t="t" r="r" b="b"/>
              <a:pathLst>
                <a:path w="1921" h="727" extrusionOk="0">
                  <a:moveTo>
                    <a:pt x="0" y="1"/>
                  </a:moveTo>
                  <a:lnTo>
                    <a:pt x="0" y="727"/>
                  </a:lnTo>
                  <a:lnTo>
                    <a:pt x="1921" y="727"/>
                  </a:lnTo>
                  <a:lnTo>
                    <a:pt x="1921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3"/>
            <p:cNvSpPr/>
            <p:nvPr/>
          </p:nvSpPr>
          <p:spPr>
            <a:xfrm>
              <a:off x="6843384" y="1725299"/>
              <a:ext cx="342913" cy="131733"/>
            </a:xfrm>
            <a:custGeom>
              <a:avLst/>
              <a:gdLst/>
              <a:ahLst/>
              <a:cxnLst/>
              <a:rect l="l" t="t" r="r" b="b"/>
              <a:pathLst>
                <a:path w="1921" h="738" extrusionOk="0">
                  <a:moveTo>
                    <a:pt x="0" y="1"/>
                  </a:moveTo>
                  <a:lnTo>
                    <a:pt x="0" y="737"/>
                  </a:lnTo>
                  <a:lnTo>
                    <a:pt x="1921" y="737"/>
                  </a:lnTo>
                  <a:lnTo>
                    <a:pt x="1921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3"/>
            <p:cNvSpPr/>
            <p:nvPr/>
          </p:nvSpPr>
          <p:spPr>
            <a:xfrm>
              <a:off x="6496536" y="2265460"/>
              <a:ext cx="343091" cy="131733"/>
            </a:xfrm>
            <a:custGeom>
              <a:avLst/>
              <a:gdLst/>
              <a:ahLst/>
              <a:cxnLst/>
              <a:rect l="l" t="t" r="r" b="b"/>
              <a:pathLst>
                <a:path w="1922" h="738" extrusionOk="0">
                  <a:moveTo>
                    <a:pt x="1" y="1"/>
                  </a:moveTo>
                  <a:lnTo>
                    <a:pt x="1" y="738"/>
                  </a:lnTo>
                  <a:lnTo>
                    <a:pt x="1921" y="738"/>
                  </a:lnTo>
                  <a:lnTo>
                    <a:pt x="1921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3"/>
            <p:cNvSpPr/>
            <p:nvPr/>
          </p:nvSpPr>
          <p:spPr>
            <a:xfrm>
              <a:off x="6127909" y="2265460"/>
              <a:ext cx="342913" cy="131733"/>
            </a:xfrm>
            <a:custGeom>
              <a:avLst/>
              <a:gdLst/>
              <a:ahLst/>
              <a:cxnLst/>
              <a:rect l="l" t="t" r="r" b="b"/>
              <a:pathLst>
                <a:path w="1921" h="738" extrusionOk="0">
                  <a:moveTo>
                    <a:pt x="1" y="1"/>
                  </a:moveTo>
                  <a:lnTo>
                    <a:pt x="1" y="738"/>
                  </a:lnTo>
                  <a:lnTo>
                    <a:pt x="1921" y="738"/>
                  </a:lnTo>
                  <a:lnTo>
                    <a:pt x="1921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3"/>
            <p:cNvSpPr/>
            <p:nvPr/>
          </p:nvSpPr>
          <p:spPr>
            <a:xfrm>
              <a:off x="6394962" y="2422903"/>
              <a:ext cx="343091" cy="129769"/>
            </a:xfrm>
            <a:custGeom>
              <a:avLst/>
              <a:gdLst/>
              <a:ahLst/>
              <a:cxnLst/>
              <a:rect l="l" t="t" r="r" b="b"/>
              <a:pathLst>
                <a:path w="1922" h="727" extrusionOk="0">
                  <a:moveTo>
                    <a:pt x="1" y="0"/>
                  </a:moveTo>
                  <a:lnTo>
                    <a:pt x="1" y="726"/>
                  </a:lnTo>
                  <a:lnTo>
                    <a:pt x="1921" y="726"/>
                  </a:lnTo>
                  <a:lnTo>
                    <a:pt x="1921" y="0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3"/>
            <p:cNvSpPr/>
            <p:nvPr/>
          </p:nvSpPr>
          <p:spPr>
            <a:xfrm>
              <a:off x="6355154" y="2103912"/>
              <a:ext cx="342913" cy="131733"/>
            </a:xfrm>
            <a:custGeom>
              <a:avLst/>
              <a:gdLst/>
              <a:ahLst/>
              <a:cxnLst/>
              <a:rect l="l" t="t" r="r" b="b"/>
              <a:pathLst>
                <a:path w="1921" h="738" extrusionOk="0">
                  <a:moveTo>
                    <a:pt x="0" y="1"/>
                  </a:moveTo>
                  <a:lnTo>
                    <a:pt x="0" y="738"/>
                  </a:lnTo>
                  <a:lnTo>
                    <a:pt x="1921" y="738"/>
                  </a:lnTo>
                  <a:lnTo>
                    <a:pt x="1921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3"/>
            <p:cNvSpPr/>
            <p:nvPr/>
          </p:nvSpPr>
          <p:spPr>
            <a:xfrm>
              <a:off x="6484575" y="826517"/>
              <a:ext cx="343091" cy="129591"/>
            </a:xfrm>
            <a:custGeom>
              <a:avLst/>
              <a:gdLst/>
              <a:ahLst/>
              <a:cxnLst/>
              <a:rect l="l" t="t" r="r" b="b"/>
              <a:pathLst>
                <a:path w="1922" h="726" extrusionOk="0">
                  <a:moveTo>
                    <a:pt x="1" y="1"/>
                  </a:moveTo>
                  <a:lnTo>
                    <a:pt x="1" y="726"/>
                  </a:lnTo>
                  <a:lnTo>
                    <a:pt x="1921" y="726"/>
                  </a:lnTo>
                  <a:lnTo>
                    <a:pt x="1921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7" name="Google Shape;97;p3"/>
          <p:cNvSpPr/>
          <p:nvPr/>
        </p:nvSpPr>
        <p:spPr>
          <a:xfrm>
            <a:off x="5432667" y="303051"/>
            <a:ext cx="534056" cy="177888"/>
          </a:xfrm>
          <a:custGeom>
            <a:avLst/>
            <a:gdLst/>
            <a:ahLst/>
            <a:cxnLst/>
            <a:rect l="l" t="t" r="r" b="b"/>
            <a:pathLst>
              <a:path w="2882" h="960" extrusionOk="0">
                <a:moveTo>
                  <a:pt x="1337" y="1"/>
                </a:moveTo>
                <a:cubicBezTo>
                  <a:pt x="1143" y="1"/>
                  <a:pt x="950" y="55"/>
                  <a:pt x="805" y="178"/>
                </a:cubicBezTo>
                <a:cubicBezTo>
                  <a:pt x="704" y="267"/>
                  <a:pt x="637" y="390"/>
                  <a:pt x="592" y="524"/>
                </a:cubicBezTo>
                <a:cubicBezTo>
                  <a:pt x="559" y="502"/>
                  <a:pt x="514" y="502"/>
                  <a:pt x="470" y="490"/>
                </a:cubicBezTo>
                <a:cubicBezTo>
                  <a:pt x="454" y="489"/>
                  <a:pt x="438" y="488"/>
                  <a:pt x="422" y="488"/>
                </a:cubicBezTo>
                <a:cubicBezTo>
                  <a:pt x="304" y="488"/>
                  <a:pt x="190" y="524"/>
                  <a:pt x="101" y="613"/>
                </a:cubicBezTo>
                <a:cubicBezTo>
                  <a:pt x="11" y="713"/>
                  <a:pt x="1" y="847"/>
                  <a:pt x="78" y="959"/>
                </a:cubicBezTo>
                <a:lnTo>
                  <a:pt x="2725" y="959"/>
                </a:lnTo>
                <a:cubicBezTo>
                  <a:pt x="2780" y="904"/>
                  <a:pt x="2836" y="859"/>
                  <a:pt x="2859" y="792"/>
                </a:cubicBezTo>
                <a:cubicBezTo>
                  <a:pt x="2881" y="725"/>
                  <a:pt x="2881" y="636"/>
                  <a:pt x="2825" y="579"/>
                </a:cubicBezTo>
                <a:cubicBezTo>
                  <a:pt x="2792" y="546"/>
                  <a:pt x="2736" y="535"/>
                  <a:pt x="2691" y="524"/>
                </a:cubicBezTo>
                <a:cubicBezTo>
                  <a:pt x="2680" y="523"/>
                  <a:pt x="2669" y="523"/>
                  <a:pt x="2658" y="523"/>
                </a:cubicBezTo>
                <a:cubicBezTo>
                  <a:pt x="2502" y="523"/>
                  <a:pt x="2349" y="600"/>
                  <a:pt x="2256" y="725"/>
                </a:cubicBezTo>
                <a:cubicBezTo>
                  <a:pt x="2222" y="378"/>
                  <a:pt x="1932" y="122"/>
                  <a:pt x="1597" y="33"/>
                </a:cubicBezTo>
                <a:cubicBezTo>
                  <a:pt x="1513" y="12"/>
                  <a:pt x="1425" y="1"/>
                  <a:pt x="1337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3"/>
          <p:cNvSpPr/>
          <p:nvPr/>
        </p:nvSpPr>
        <p:spPr>
          <a:xfrm>
            <a:off x="7752297" y="458176"/>
            <a:ext cx="736456" cy="297876"/>
          </a:xfrm>
          <a:custGeom>
            <a:avLst/>
            <a:gdLst/>
            <a:ahLst/>
            <a:cxnLst/>
            <a:rect l="l" t="t" r="r" b="b"/>
            <a:pathLst>
              <a:path w="3350" h="1355" extrusionOk="0">
                <a:moveTo>
                  <a:pt x="2166" y="1"/>
                </a:moveTo>
                <a:cubicBezTo>
                  <a:pt x="2043" y="1"/>
                  <a:pt x="1918" y="17"/>
                  <a:pt x="1798" y="48"/>
                </a:cubicBezTo>
                <a:cubicBezTo>
                  <a:pt x="1340" y="171"/>
                  <a:pt x="916" y="539"/>
                  <a:pt x="883" y="1019"/>
                </a:cubicBezTo>
                <a:cubicBezTo>
                  <a:pt x="765" y="852"/>
                  <a:pt x="560" y="745"/>
                  <a:pt x="353" y="745"/>
                </a:cubicBezTo>
                <a:cubicBezTo>
                  <a:pt x="325" y="745"/>
                  <a:pt x="296" y="747"/>
                  <a:pt x="268" y="751"/>
                </a:cubicBezTo>
                <a:cubicBezTo>
                  <a:pt x="201" y="751"/>
                  <a:pt x="123" y="774"/>
                  <a:pt x="79" y="829"/>
                </a:cubicBezTo>
                <a:cubicBezTo>
                  <a:pt x="12" y="896"/>
                  <a:pt x="0" y="1019"/>
                  <a:pt x="34" y="1109"/>
                </a:cubicBezTo>
                <a:cubicBezTo>
                  <a:pt x="67" y="1209"/>
                  <a:pt x="146" y="1276"/>
                  <a:pt x="213" y="1354"/>
                </a:cubicBezTo>
                <a:lnTo>
                  <a:pt x="3138" y="1354"/>
                </a:lnTo>
                <a:cubicBezTo>
                  <a:pt x="3350" y="1030"/>
                  <a:pt x="3216" y="517"/>
                  <a:pt x="2915" y="260"/>
                </a:cubicBezTo>
                <a:cubicBezTo>
                  <a:pt x="2714" y="82"/>
                  <a:pt x="2443" y="1"/>
                  <a:pt x="2166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"/>
          <p:cNvSpPr/>
          <p:nvPr/>
        </p:nvSpPr>
        <p:spPr>
          <a:xfrm>
            <a:off x="719992" y="756051"/>
            <a:ext cx="534056" cy="177888"/>
          </a:xfrm>
          <a:custGeom>
            <a:avLst/>
            <a:gdLst/>
            <a:ahLst/>
            <a:cxnLst/>
            <a:rect l="l" t="t" r="r" b="b"/>
            <a:pathLst>
              <a:path w="2882" h="960" extrusionOk="0">
                <a:moveTo>
                  <a:pt x="1337" y="1"/>
                </a:moveTo>
                <a:cubicBezTo>
                  <a:pt x="1143" y="1"/>
                  <a:pt x="950" y="55"/>
                  <a:pt x="805" y="178"/>
                </a:cubicBezTo>
                <a:cubicBezTo>
                  <a:pt x="704" y="267"/>
                  <a:pt x="637" y="390"/>
                  <a:pt x="592" y="524"/>
                </a:cubicBezTo>
                <a:cubicBezTo>
                  <a:pt x="559" y="502"/>
                  <a:pt x="514" y="502"/>
                  <a:pt x="470" y="490"/>
                </a:cubicBezTo>
                <a:cubicBezTo>
                  <a:pt x="454" y="489"/>
                  <a:pt x="438" y="488"/>
                  <a:pt x="422" y="488"/>
                </a:cubicBezTo>
                <a:cubicBezTo>
                  <a:pt x="304" y="488"/>
                  <a:pt x="190" y="524"/>
                  <a:pt x="101" y="613"/>
                </a:cubicBezTo>
                <a:cubicBezTo>
                  <a:pt x="11" y="713"/>
                  <a:pt x="1" y="847"/>
                  <a:pt x="78" y="959"/>
                </a:cubicBezTo>
                <a:lnTo>
                  <a:pt x="2725" y="959"/>
                </a:lnTo>
                <a:cubicBezTo>
                  <a:pt x="2780" y="904"/>
                  <a:pt x="2836" y="859"/>
                  <a:pt x="2859" y="792"/>
                </a:cubicBezTo>
                <a:cubicBezTo>
                  <a:pt x="2881" y="725"/>
                  <a:pt x="2881" y="636"/>
                  <a:pt x="2825" y="579"/>
                </a:cubicBezTo>
                <a:cubicBezTo>
                  <a:pt x="2792" y="546"/>
                  <a:pt x="2736" y="535"/>
                  <a:pt x="2691" y="524"/>
                </a:cubicBezTo>
                <a:cubicBezTo>
                  <a:pt x="2680" y="523"/>
                  <a:pt x="2669" y="523"/>
                  <a:pt x="2658" y="523"/>
                </a:cubicBezTo>
                <a:cubicBezTo>
                  <a:pt x="2502" y="523"/>
                  <a:pt x="2349" y="600"/>
                  <a:pt x="2256" y="725"/>
                </a:cubicBezTo>
                <a:cubicBezTo>
                  <a:pt x="2222" y="378"/>
                  <a:pt x="1932" y="122"/>
                  <a:pt x="1597" y="33"/>
                </a:cubicBezTo>
                <a:cubicBezTo>
                  <a:pt x="1513" y="12"/>
                  <a:pt x="1425" y="1"/>
                  <a:pt x="1337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AND_BODY_2"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4"/>
          <p:cNvSpPr/>
          <p:nvPr/>
        </p:nvSpPr>
        <p:spPr>
          <a:xfrm>
            <a:off x="434873" y="-47815"/>
            <a:ext cx="7837050" cy="5239133"/>
          </a:xfrm>
          <a:custGeom>
            <a:avLst/>
            <a:gdLst/>
            <a:ahLst/>
            <a:cxnLst/>
            <a:rect l="l" t="t" r="r" b="b"/>
            <a:pathLst>
              <a:path w="25446" h="17011" extrusionOk="0">
                <a:moveTo>
                  <a:pt x="7509" y="0"/>
                </a:moveTo>
                <a:cubicBezTo>
                  <a:pt x="7388" y="0"/>
                  <a:pt x="7267" y="4"/>
                  <a:pt x="7146" y="12"/>
                </a:cubicBezTo>
                <a:cubicBezTo>
                  <a:pt x="4958" y="146"/>
                  <a:pt x="2915" y="1463"/>
                  <a:pt x="1687" y="3283"/>
                </a:cubicBezTo>
                <a:cubicBezTo>
                  <a:pt x="459" y="5103"/>
                  <a:pt x="1" y="7380"/>
                  <a:pt x="157" y="9569"/>
                </a:cubicBezTo>
                <a:cubicBezTo>
                  <a:pt x="269" y="10976"/>
                  <a:pt x="705" y="12483"/>
                  <a:pt x="1854" y="13287"/>
                </a:cubicBezTo>
                <a:cubicBezTo>
                  <a:pt x="2503" y="13738"/>
                  <a:pt x="3274" y="13900"/>
                  <a:pt x="4068" y="13900"/>
                </a:cubicBezTo>
                <a:cubicBezTo>
                  <a:pt x="4668" y="13900"/>
                  <a:pt x="5281" y="13807"/>
                  <a:pt x="5863" y="13677"/>
                </a:cubicBezTo>
                <a:cubicBezTo>
                  <a:pt x="7065" y="13409"/>
                  <a:pt x="8258" y="12999"/>
                  <a:pt x="9483" y="12999"/>
                </a:cubicBezTo>
                <a:cubicBezTo>
                  <a:pt x="9634" y="12999"/>
                  <a:pt x="9785" y="13006"/>
                  <a:pt x="9938" y="13019"/>
                </a:cubicBezTo>
                <a:cubicBezTo>
                  <a:pt x="13120" y="13287"/>
                  <a:pt x="15375" y="16625"/>
                  <a:pt x="18557" y="16982"/>
                </a:cubicBezTo>
                <a:cubicBezTo>
                  <a:pt x="18731" y="17001"/>
                  <a:pt x="18906" y="17011"/>
                  <a:pt x="19080" y="17011"/>
                </a:cubicBezTo>
                <a:cubicBezTo>
                  <a:pt x="20924" y="17011"/>
                  <a:pt x="22724" y="15958"/>
                  <a:pt x="23816" y="14448"/>
                </a:cubicBezTo>
                <a:cubicBezTo>
                  <a:pt x="25010" y="12807"/>
                  <a:pt x="25446" y="10697"/>
                  <a:pt x="25379" y="8665"/>
                </a:cubicBezTo>
                <a:cubicBezTo>
                  <a:pt x="25323" y="7057"/>
                  <a:pt x="24965" y="5438"/>
                  <a:pt x="24084" y="4098"/>
                </a:cubicBezTo>
                <a:cubicBezTo>
                  <a:pt x="23201" y="2758"/>
                  <a:pt x="21750" y="1731"/>
                  <a:pt x="20154" y="1619"/>
                </a:cubicBezTo>
                <a:cubicBezTo>
                  <a:pt x="20039" y="1611"/>
                  <a:pt x="19924" y="1607"/>
                  <a:pt x="19810" y="1607"/>
                </a:cubicBezTo>
                <a:cubicBezTo>
                  <a:pt x="18569" y="1607"/>
                  <a:pt x="17359" y="2069"/>
                  <a:pt x="16112" y="2212"/>
                </a:cubicBezTo>
                <a:cubicBezTo>
                  <a:pt x="15827" y="2246"/>
                  <a:pt x="15538" y="2263"/>
                  <a:pt x="15248" y="2263"/>
                </a:cubicBezTo>
                <a:cubicBezTo>
                  <a:pt x="14505" y="2263"/>
                  <a:pt x="13753" y="2152"/>
                  <a:pt x="13031" y="1944"/>
                </a:cubicBezTo>
                <a:cubicBezTo>
                  <a:pt x="12528" y="1798"/>
                  <a:pt x="12036" y="1609"/>
                  <a:pt x="11557" y="1396"/>
                </a:cubicBezTo>
                <a:cubicBezTo>
                  <a:pt x="11088" y="1173"/>
                  <a:pt x="10664" y="883"/>
                  <a:pt x="10205" y="671"/>
                </a:cubicBezTo>
                <a:cubicBezTo>
                  <a:pt x="10195" y="671"/>
                  <a:pt x="10195" y="659"/>
                  <a:pt x="10183" y="659"/>
                </a:cubicBezTo>
                <a:cubicBezTo>
                  <a:pt x="9893" y="503"/>
                  <a:pt x="9580" y="358"/>
                  <a:pt x="9257" y="257"/>
                </a:cubicBezTo>
                <a:cubicBezTo>
                  <a:pt x="8691" y="90"/>
                  <a:pt x="8102" y="0"/>
                  <a:pt x="7509" y="0"/>
                </a:cubicBezTo>
                <a:close/>
              </a:path>
            </a:pathLst>
          </a:custGeom>
          <a:solidFill>
            <a:srgbClr val="D2F2F9">
              <a:alpha val="768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14"/>
          <p:cNvSpPr txBox="1">
            <a:spLocks noGrp="1"/>
          </p:cNvSpPr>
          <p:nvPr>
            <p:ph type="subTitle" idx="1"/>
          </p:nvPr>
        </p:nvSpPr>
        <p:spPr>
          <a:xfrm>
            <a:off x="1625225" y="1447148"/>
            <a:ext cx="5666400" cy="1922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47" name="Google Shape;347;p14"/>
          <p:cNvSpPr txBox="1">
            <a:spLocks noGrp="1"/>
          </p:cNvSpPr>
          <p:nvPr>
            <p:ph type="subTitle" idx="2"/>
          </p:nvPr>
        </p:nvSpPr>
        <p:spPr>
          <a:xfrm>
            <a:off x="2945425" y="3525175"/>
            <a:ext cx="3036900" cy="2979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Font typeface="Lilita One"/>
              <a:buNone/>
              <a:defRPr sz="2000">
                <a:solidFill>
                  <a:schemeClr val="lt1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48" name="Google Shape;348;p14"/>
          <p:cNvSpPr/>
          <p:nvPr/>
        </p:nvSpPr>
        <p:spPr>
          <a:xfrm>
            <a:off x="6299917" y="166676"/>
            <a:ext cx="534056" cy="177888"/>
          </a:xfrm>
          <a:custGeom>
            <a:avLst/>
            <a:gdLst/>
            <a:ahLst/>
            <a:cxnLst/>
            <a:rect l="l" t="t" r="r" b="b"/>
            <a:pathLst>
              <a:path w="2882" h="960" extrusionOk="0">
                <a:moveTo>
                  <a:pt x="1337" y="1"/>
                </a:moveTo>
                <a:cubicBezTo>
                  <a:pt x="1143" y="1"/>
                  <a:pt x="950" y="55"/>
                  <a:pt x="805" y="178"/>
                </a:cubicBezTo>
                <a:cubicBezTo>
                  <a:pt x="704" y="267"/>
                  <a:pt x="637" y="390"/>
                  <a:pt x="592" y="524"/>
                </a:cubicBezTo>
                <a:cubicBezTo>
                  <a:pt x="559" y="502"/>
                  <a:pt x="514" y="502"/>
                  <a:pt x="470" y="490"/>
                </a:cubicBezTo>
                <a:cubicBezTo>
                  <a:pt x="454" y="489"/>
                  <a:pt x="438" y="488"/>
                  <a:pt x="422" y="488"/>
                </a:cubicBezTo>
                <a:cubicBezTo>
                  <a:pt x="304" y="488"/>
                  <a:pt x="190" y="524"/>
                  <a:pt x="101" y="613"/>
                </a:cubicBezTo>
                <a:cubicBezTo>
                  <a:pt x="11" y="713"/>
                  <a:pt x="1" y="847"/>
                  <a:pt x="78" y="959"/>
                </a:cubicBezTo>
                <a:lnTo>
                  <a:pt x="2725" y="959"/>
                </a:lnTo>
                <a:cubicBezTo>
                  <a:pt x="2780" y="904"/>
                  <a:pt x="2836" y="859"/>
                  <a:pt x="2859" y="792"/>
                </a:cubicBezTo>
                <a:cubicBezTo>
                  <a:pt x="2881" y="725"/>
                  <a:pt x="2881" y="636"/>
                  <a:pt x="2825" y="579"/>
                </a:cubicBezTo>
                <a:cubicBezTo>
                  <a:pt x="2792" y="546"/>
                  <a:pt x="2736" y="535"/>
                  <a:pt x="2691" y="524"/>
                </a:cubicBezTo>
                <a:cubicBezTo>
                  <a:pt x="2680" y="523"/>
                  <a:pt x="2669" y="523"/>
                  <a:pt x="2658" y="523"/>
                </a:cubicBezTo>
                <a:cubicBezTo>
                  <a:pt x="2502" y="523"/>
                  <a:pt x="2349" y="600"/>
                  <a:pt x="2256" y="725"/>
                </a:cubicBezTo>
                <a:cubicBezTo>
                  <a:pt x="2222" y="378"/>
                  <a:pt x="1932" y="122"/>
                  <a:pt x="1597" y="33"/>
                </a:cubicBezTo>
                <a:cubicBezTo>
                  <a:pt x="1513" y="12"/>
                  <a:pt x="1425" y="1"/>
                  <a:pt x="1337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14"/>
          <p:cNvSpPr/>
          <p:nvPr/>
        </p:nvSpPr>
        <p:spPr>
          <a:xfrm>
            <a:off x="7770097" y="540001"/>
            <a:ext cx="736456" cy="297876"/>
          </a:xfrm>
          <a:custGeom>
            <a:avLst/>
            <a:gdLst/>
            <a:ahLst/>
            <a:cxnLst/>
            <a:rect l="l" t="t" r="r" b="b"/>
            <a:pathLst>
              <a:path w="3350" h="1355" extrusionOk="0">
                <a:moveTo>
                  <a:pt x="2166" y="1"/>
                </a:moveTo>
                <a:cubicBezTo>
                  <a:pt x="2043" y="1"/>
                  <a:pt x="1918" y="17"/>
                  <a:pt x="1798" y="48"/>
                </a:cubicBezTo>
                <a:cubicBezTo>
                  <a:pt x="1340" y="171"/>
                  <a:pt x="916" y="539"/>
                  <a:pt x="883" y="1019"/>
                </a:cubicBezTo>
                <a:cubicBezTo>
                  <a:pt x="765" y="852"/>
                  <a:pt x="560" y="745"/>
                  <a:pt x="353" y="745"/>
                </a:cubicBezTo>
                <a:cubicBezTo>
                  <a:pt x="325" y="745"/>
                  <a:pt x="296" y="747"/>
                  <a:pt x="268" y="751"/>
                </a:cubicBezTo>
                <a:cubicBezTo>
                  <a:pt x="201" y="751"/>
                  <a:pt x="123" y="774"/>
                  <a:pt x="79" y="829"/>
                </a:cubicBezTo>
                <a:cubicBezTo>
                  <a:pt x="12" y="896"/>
                  <a:pt x="0" y="1019"/>
                  <a:pt x="34" y="1109"/>
                </a:cubicBezTo>
                <a:cubicBezTo>
                  <a:pt x="67" y="1209"/>
                  <a:pt x="146" y="1276"/>
                  <a:pt x="213" y="1354"/>
                </a:cubicBezTo>
                <a:lnTo>
                  <a:pt x="3138" y="1354"/>
                </a:lnTo>
                <a:cubicBezTo>
                  <a:pt x="3350" y="1030"/>
                  <a:pt x="3216" y="517"/>
                  <a:pt x="2915" y="260"/>
                </a:cubicBezTo>
                <a:cubicBezTo>
                  <a:pt x="2714" y="82"/>
                  <a:pt x="2443" y="1"/>
                  <a:pt x="2166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p14"/>
          <p:cNvSpPr/>
          <p:nvPr/>
        </p:nvSpPr>
        <p:spPr>
          <a:xfrm>
            <a:off x="540854" y="710505"/>
            <a:ext cx="736397" cy="297863"/>
          </a:xfrm>
          <a:custGeom>
            <a:avLst/>
            <a:gdLst/>
            <a:ahLst/>
            <a:cxnLst/>
            <a:rect l="l" t="t" r="r" b="b"/>
            <a:pathLst>
              <a:path w="3350" h="1355" extrusionOk="0">
                <a:moveTo>
                  <a:pt x="2166" y="1"/>
                </a:moveTo>
                <a:cubicBezTo>
                  <a:pt x="2043" y="1"/>
                  <a:pt x="1918" y="17"/>
                  <a:pt x="1798" y="48"/>
                </a:cubicBezTo>
                <a:cubicBezTo>
                  <a:pt x="1340" y="171"/>
                  <a:pt x="916" y="539"/>
                  <a:pt x="883" y="1019"/>
                </a:cubicBezTo>
                <a:cubicBezTo>
                  <a:pt x="765" y="852"/>
                  <a:pt x="560" y="745"/>
                  <a:pt x="353" y="745"/>
                </a:cubicBezTo>
                <a:cubicBezTo>
                  <a:pt x="325" y="745"/>
                  <a:pt x="296" y="747"/>
                  <a:pt x="268" y="751"/>
                </a:cubicBezTo>
                <a:cubicBezTo>
                  <a:pt x="201" y="751"/>
                  <a:pt x="123" y="774"/>
                  <a:pt x="79" y="829"/>
                </a:cubicBezTo>
                <a:cubicBezTo>
                  <a:pt x="12" y="896"/>
                  <a:pt x="0" y="1019"/>
                  <a:pt x="34" y="1109"/>
                </a:cubicBezTo>
                <a:cubicBezTo>
                  <a:pt x="67" y="1209"/>
                  <a:pt x="146" y="1276"/>
                  <a:pt x="213" y="1354"/>
                </a:cubicBezTo>
                <a:lnTo>
                  <a:pt x="3138" y="1354"/>
                </a:lnTo>
                <a:cubicBezTo>
                  <a:pt x="3350" y="1030"/>
                  <a:pt x="3216" y="517"/>
                  <a:pt x="2915" y="260"/>
                </a:cubicBezTo>
                <a:cubicBezTo>
                  <a:pt x="2714" y="82"/>
                  <a:pt x="2443" y="1"/>
                  <a:pt x="2166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p14"/>
          <p:cNvSpPr/>
          <p:nvPr/>
        </p:nvSpPr>
        <p:spPr>
          <a:xfrm>
            <a:off x="1587317" y="166676"/>
            <a:ext cx="534056" cy="177888"/>
          </a:xfrm>
          <a:custGeom>
            <a:avLst/>
            <a:gdLst/>
            <a:ahLst/>
            <a:cxnLst/>
            <a:rect l="l" t="t" r="r" b="b"/>
            <a:pathLst>
              <a:path w="2882" h="960" extrusionOk="0">
                <a:moveTo>
                  <a:pt x="1337" y="1"/>
                </a:moveTo>
                <a:cubicBezTo>
                  <a:pt x="1143" y="1"/>
                  <a:pt x="950" y="55"/>
                  <a:pt x="805" y="178"/>
                </a:cubicBezTo>
                <a:cubicBezTo>
                  <a:pt x="704" y="267"/>
                  <a:pt x="637" y="390"/>
                  <a:pt x="592" y="524"/>
                </a:cubicBezTo>
                <a:cubicBezTo>
                  <a:pt x="559" y="502"/>
                  <a:pt x="514" y="502"/>
                  <a:pt x="470" y="490"/>
                </a:cubicBezTo>
                <a:cubicBezTo>
                  <a:pt x="454" y="489"/>
                  <a:pt x="438" y="488"/>
                  <a:pt x="422" y="488"/>
                </a:cubicBezTo>
                <a:cubicBezTo>
                  <a:pt x="304" y="488"/>
                  <a:pt x="190" y="524"/>
                  <a:pt x="101" y="613"/>
                </a:cubicBezTo>
                <a:cubicBezTo>
                  <a:pt x="11" y="713"/>
                  <a:pt x="1" y="847"/>
                  <a:pt x="78" y="959"/>
                </a:cubicBezTo>
                <a:lnTo>
                  <a:pt x="2725" y="959"/>
                </a:lnTo>
                <a:cubicBezTo>
                  <a:pt x="2780" y="904"/>
                  <a:pt x="2836" y="859"/>
                  <a:pt x="2859" y="792"/>
                </a:cubicBezTo>
                <a:cubicBezTo>
                  <a:pt x="2881" y="725"/>
                  <a:pt x="2881" y="636"/>
                  <a:pt x="2825" y="579"/>
                </a:cubicBezTo>
                <a:cubicBezTo>
                  <a:pt x="2792" y="546"/>
                  <a:pt x="2736" y="535"/>
                  <a:pt x="2691" y="524"/>
                </a:cubicBezTo>
                <a:cubicBezTo>
                  <a:pt x="2680" y="523"/>
                  <a:pt x="2669" y="523"/>
                  <a:pt x="2658" y="523"/>
                </a:cubicBezTo>
                <a:cubicBezTo>
                  <a:pt x="2502" y="523"/>
                  <a:pt x="2349" y="600"/>
                  <a:pt x="2256" y="725"/>
                </a:cubicBezTo>
                <a:cubicBezTo>
                  <a:pt x="2222" y="378"/>
                  <a:pt x="1932" y="122"/>
                  <a:pt x="1597" y="33"/>
                </a:cubicBezTo>
                <a:cubicBezTo>
                  <a:pt x="1513" y="12"/>
                  <a:pt x="1425" y="1"/>
                  <a:pt x="1337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_HEADER_1"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5"/>
          <p:cNvSpPr txBox="1">
            <a:spLocks noGrp="1"/>
          </p:cNvSpPr>
          <p:nvPr>
            <p:ph type="title"/>
          </p:nvPr>
        </p:nvSpPr>
        <p:spPr>
          <a:xfrm>
            <a:off x="923500" y="2450443"/>
            <a:ext cx="3343800" cy="9963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54" name="Google Shape;354;p15"/>
          <p:cNvSpPr/>
          <p:nvPr/>
        </p:nvSpPr>
        <p:spPr>
          <a:xfrm>
            <a:off x="6988449" y="-285875"/>
            <a:ext cx="2711337" cy="2482326"/>
          </a:xfrm>
          <a:custGeom>
            <a:avLst/>
            <a:gdLst/>
            <a:ahLst/>
            <a:cxnLst/>
            <a:rect l="l" t="t" r="r" b="b"/>
            <a:pathLst>
              <a:path w="11233" h="10284" extrusionOk="0">
                <a:moveTo>
                  <a:pt x="7504" y="1"/>
                </a:moveTo>
                <a:cubicBezTo>
                  <a:pt x="7233" y="1"/>
                  <a:pt x="6958" y="22"/>
                  <a:pt x="6689" y="44"/>
                </a:cubicBezTo>
                <a:cubicBezTo>
                  <a:pt x="5293" y="144"/>
                  <a:pt x="3886" y="255"/>
                  <a:pt x="2491" y="367"/>
                </a:cubicBezTo>
                <a:cubicBezTo>
                  <a:pt x="2000" y="412"/>
                  <a:pt x="1508" y="446"/>
                  <a:pt x="1050" y="602"/>
                </a:cubicBezTo>
                <a:cubicBezTo>
                  <a:pt x="593" y="769"/>
                  <a:pt x="325" y="1026"/>
                  <a:pt x="124" y="1461"/>
                </a:cubicBezTo>
                <a:cubicBezTo>
                  <a:pt x="1" y="1707"/>
                  <a:pt x="102" y="2031"/>
                  <a:pt x="336" y="2176"/>
                </a:cubicBezTo>
                <a:cubicBezTo>
                  <a:pt x="417" y="2222"/>
                  <a:pt x="512" y="2244"/>
                  <a:pt x="607" y="2244"/>
                </a:cubicBezTo>
                <a:cubicBezTo>
                  <a:pt x="787" y="2244"/>
                  <a:pt x="970" y="2165"/>
                  <a:pt x="1072" y="2019"/>
                </a:cubicBezTo>
                <a:lnTo>
                  <a:pt x="1072" y="2019"/>
                </a:lnTo>
                <a:cubicBezTo>
                  <a:pt x="1039" y="2109"/>
                  <a:pt x="1084" y="2220"/>
                  <a:pt x="1173" y="2265"/>
                </a:cubicBezTo>
                <a:cubicBezTo>
                  <a:pt x="1207" y="2280"/>
                  <a:pt x="1241" y="2287"/>
                  <a:pt x="1275" y="2287"/>
                </a:cubicBezTo>
                <a:cubicBezTo>
                  <a:pt x="1343" y="2287"/>
                  <a:pt x="1407" y="2258"/>
                  <a:pt x="1452" y="2198"/>
                </a:cubicBezTo>
                <a:lnTo>
                  <a:pt x="1452" y="2198"/>
                </a:lnTo>
                <a:cubicBezTo>
                  <a:pt x="1296" y="2645"/>
                  <a:pt x="1474" y="3180"/>
                  <a:pt x="1854" y="3448"/>
                </a:cubicBezTo>
                <a:cubicBezTo>
                  <a:pt x="2038" y="3584"/>
                  <a:pt x="2264" y="3651"/>
                  <a:pt x="2491" y="3651"/>
                </a:cubicBezTo>
                <a:cubicBezTo>
                  <a:pt x="2731" y="3651"/>
                  <a:pt x="2971" y="3576"/>
                  <a:pt x="3161" y="3426"/>
                </a:cubicBezTo>
                <a:cubicBezTo>
                  <a:pt x="3240" y="3600"/>
                  <a:pt x="3431" y="3707"/>
                  <a:pt x="3618" y="3707"/>
                </a:cubicBezTo>
                <a:cubicBezTo>
                  <a:pt x="3696" y="3707"/>
                  <a:pt x="3773" y="3689"/>
                  <a:pt x="3841" y="3649"/>
                </a:cubicBezTo>
                <a:lnTo>
                  <a:pt x="3841" y="3649"/>
                </a:lnTo>
                <a:cubicBezTo>
                  <a:pt x="3439" y="3962"/>
                  <a:pt x="3305" y="4577"/>
                  <a:pt x="3540" y="5034"/>
                </a:cubicBezTo>
                <a:cubicBezTo>
                  <a:pt x="3731" y="5417"/>
                  <a:pt x="4146" y="5651"/>
                  <a:pt x="4566" y="5651"/>
                </a:cubicBezTo>
                <a:cubicBezTo>
                  <a:pt x="4660" y="5651"/>
                  <a:pt x="4754" y="5639"/>
                  <a:pt x="4846" y="5614"/>
                </a:cubicBezTo>
                <a:lnTo>
                  <a:pt x="4846" y="5614"/>
                </a:lnTo>
                <a:cubicBezTo>
                  <a:pt x="4838" y="5855"/>
                  <a:pt x="5081" y="6050"/>
                  <a:pt x="5321" y="6050"/>
                </a:cubicBezTo>
                <a:cubicBezTo>
                  <a:pt x="5334" y="6050"/>
                  <a:pt x="5347" y="6049"/>
                  <a:pt x="5359" y="6048"/>
                </a:cubicBezTo>
                <a:lnTo>
                  <a:pt x="5359" y="6048"/>
                </a:lnTo>
                <a:cubicBezTo>
                  <a:pt x="5087" y="6175"/>
                  <a:pt x="4894" y="6466"/>
                  <a:pt x="4913" y="6765"/>
                </a:cubicBezTo>
                <a:cubicBezTo>
                  <a:pt x="4925" y="7122"/>
                  <a:pt x="5237" y="7445"/>
                  <a:pt x="5595" y="7468"/>
                </a:cubicBezTo>
                <a:cubicBezTo>
                  <a:pt x="5047" y="7579"/>
                  <a:pt x="4712" y="8261"/>
                  <a:pt x="4947" y="8774"/>
                </a:cubicBezTo>
                <a:cubicBezTo>
                  <a:pt x="5093" y="9102"/>
                  <a:pt x="5456" y="9296"/>
                  <a:pt x="5816" y="9296"/>
                </a:cubicBezTo>
                <a:cubicBezTo>
                  <a:pt x="6008" y="9296"/>
                  <a:pt x="6198" y="9241"/>
                  <a:pt x="6354" y="9120"/>
                </a:cubicBezTo>
                <a:lnTo>
                  <a:pt x="6354" y="9120"/>
                </a:lnTo>
                <a:cubicBezTo>
                  <a:pt x="6320" y="9266"/>
                  <a:pt x="6398" y="9433"/>
                  <a:pt x="6532" y="9500"/>
                </a:cubicBezTo>
                <a:cubicBezTo>
                  <a:pt x="6572" y="9521"/>
                  <a:pt x="6617" y="9531"/>
                  <a:pt x="6663" y="9531"/>
                </a:cubicBezTo>
                <a:cubicBezTo>
                  <a:pt x="6760" y="9531"/>
                  <a:pt x="6862" y="9486"/>
                  <a:pt x="6923" y="9410"/>
                </a:cubicBezTo>
                <a:cubicBezTo>
                  <a:pt x="7113" y="9812"/>
                  <a:pt x="7493" y="10114"/>
                  <a:pt x="7917" y="10237"/>
                </a:cubicBezTo>
                <a:cubicBezTo>
                  <a:pt x="8041" y="10268"/>
                  <a:pt x="8168" y="10284"/>
                  <a:pt x="8296" y="10284"/>
                </a:cubicBezTo>
                <a:cubicBezTo>
                  <a:pt x="8616" y="10284"/>
                  <a:pt x="8937" y="10186"/>
                  <a:pt x="9200" y="10003"/>
                </a:cubicBezTo>
                <a:cubicBezTo>
                  <a:pt x="11232" y="8562"/>
                  <a:pt x="10652" y="5235"/>
                  <a:pt x="10205" y="2768"/>
                </a:cubicBezTo>
                <a:cubicBezTo>
                  <a:pt x="10027" y="1785"/>
                  <a:pt x="9647" y="724"/>
                  <a:pt x="8754" y="255"/>
                </a:cubicBezTo>
                <a:cubicBezTo>
                  <a:pt x="8368" y="56"/>
                  <a:pt x="7941" y="1"/>
                  <a:pt x="7504" y="1"/>
                </a:cubicBezTo>
                <a:close/>
              </a:path>
            </a:pathLst>
          </a:custGeom>
          <a:solidFill>
            <a:srgbClr val="D2F2F9">
              <a:alpha val="768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15"/>
          <p:cNvSpPr/>
          <p:nvPr/>
        </p:nvSpPr>
        <p:spPr>
          <a:xfrm>
            <a:off x="-433300" y="-332728"/>
            <a:ext cx="2956951" cy="2789586"/>
          </a:xfrm>
          <a:custGeom>
            <a:avLst/>
            <a:gdLst/>
            <a:ahLst/>
            <a:cxnLst/>
            <a:rect l="l" t="t" r="r" b="b"/>
            <a:pathLst>
              <a:path w="10774" h="10164" extrusionOk="0">
                <a:moveTo>
                  <a:pt x="7021" y="1"/>
                </a:moveTo>
                <a:cubicBezTo>
                  <a:pt x="5585" y="1"/>
                  <a:pt x="4049" y="286"/>
                  <a:pt x="2646" y="351"/>
                </a:cubicBezTo>
                <a:cubicBezTo>
                  <a:pt x="2166" y="373"/>
                  <a:pt x="1663" y="418"/>
                  <a:pt x="1261" y="674"/>
                </a:cubicBezTo>
                <a:cubicBezTo>
                  <a:pt x="636" y="1076"/>
                  <a:pt x="424" y="1880"/>
                  <a:pt x="335" y="2617"/>
                </a:cubicBezTo>
                <a:cubicBezTo>
                  <a:pt x="0" y="5174"/>
                  <a:pt x="323" y="7820"/>
                  <a:pt x="1440" y="10131"/>
                </a:cubicBezTo>
                <a:cubicBezTo>
                  <a:pt x="1513" y="10153"/>
                  <a:pt x="1589" y="10164"/>
                  <a:pt x="1664" y="10164"/>
                </a:cubicBezTo>
                <a:cubicBezTo>
                  <a:pt x="1897" y="10164"/>
                  <a:pt x="2126" y="10063"/>
                  <a:pt x="2278" y="9886"/>
                </a:cubicBezTo>
                <a:cubicBezTo>
                  <a:pt x="2479" y="9651"/>
                  <a:pt x="2534" y="9294"/>
                  <a:pt x="2400" y="9015"/>
                </a:cubicBezTo>
                <a:lnTo>
                  <a:pt x="2400" y="9015"/>
                </a:lnTo>
                <a:cubicBezTo>
                  <a:pt x="2503" y="9050"/>
                  <a:pt x="2610" y="9067"/>
                  <a:pt x="2718" y="9067"/>
                </a:cubicBezTo>
                <a:cubicBezTo>
                  <a:pt x="3054" y="9067"/>
                  <a:pt x="3389" y="8903"/>
                  <a:pt x="3584" y="8624"/>
                </a:cubicBezTo>
                <a:cubicBezTo>
                  <a:pt x="3841" y="8256"/>
                  <a:pt x="3818" y="7720"/>
                  <a:pt x="3539" y="7373"/>
                </a:cubicBezTo>
                <a:lnTo>
                  <a:pt x="3539" y="7373"/>
                </a:lnTo>
                <a:cubicBezTo>
                  <a:pt x="3556" y="7375"/>
                  <a:pt x="3572" y="7376"/>
                  <a:pt x="3589" y="7376"/>
                </a:cubicBezTo>
                <a:cubicBezTo>
                  <a:pt x="3752" y="7376"/>
                  <a:pt x="3914" y="7280"/>
                  <a:pt x="3975" y="7128"/>
                </a:cubicBezTo>
                <a:cubicBezTo>
                  <a:pt x="4042" y="6971"/>
                  <a:pt x="3975" y="6760"/>
                  <a:pt x="3829" y="6659"/>
                </a:cubicBezTo>
                <a:cubicBezTo>
                  <a:pt x="4377" y="6614"/>
                  <a:pt x="4846" y="6101"/>
                  <a:pt x="4846" y="5542"/>
                </a:cubicBezTo>
                <a:cubicBezTo>
                  <a:pt x="4846" y="4996"/>
                  <a:pt x="4377" y="4482"/>
                  <a:pt x="3829" y="4426"/>
                </a:cubicBezTo>
                <a:cubicBezTo>
                  <a:pt x="4119" y="4426"/>
                  <a:pt x="4343" y="4069"/>
                  <a:pt x="4231" y="3801"/>
                </a:cubicBezTo>
                <a:lnTo>
                  <a:pt x="4231" y="3801"/>
                </a:lnTo>
                <a:cubicBezTo>
                  <a:pt x="4382" y="3854"/>
                  <a:pt x="4542" y="3880"/>
                  <a:pt x="4701" y="3880"/>
                </a:cubicBezTo>
                <a:cubicBezTo>
                  <a:pt x="4980" y="3880"/>
                  <a:pt x="5259" y="3800"/>
                  <a:pt x="5493" y="3644"/>
                </a:cubicBezTo>
                <a:cubicBezTo>
                  <a:pt x="5873" y="3410"/>
                  <a:pt x="6129" y="2997"/>
                  <a:pt x="6174" y="2562"/>
                </a:cubicBezTo>
                <a:cubicBezTo>
                  <a:pt x="6174" y="2706"/>
                  <a:pt x="6285" y="2852"/>
                  <a:pt x="6431" y="2885"/>
                </a:cubicBezTo>
                <a:cubicBezTo>
                  <a:pt x="6453" y="2890"/>
                  <a:pt x="6476" y="2892"/>
                  <a:pt x="6498" y="2892"/>
                </a:cubicBezTo>
                <a:cubicBezTo>
                  <a:pt x="6630" y="2892"/>
                  <a:pt x="6752" y="2809"/>
                  <a:pt x="6799" y="2684"/>
                </a:cubicBezTo>
                <a:cubicBezTo>
                  <a:pt x="7050" y="3105"/>
                  <a:pt x="7526" y="3364"/>
                  <a:pt x="8000" y="3364"/>
                </a:cubicBezTo>
                <a:cubicBezTo>
                  <a:pt x="8054" y="3364"/>
                  <a:pt x="8108" y="3361"/>
                  <a:pt x="8161" y="3354"/>
                </a:cubicBezTo>
                <a:cubicBezTo>
                  <a:pt x="8697" y="3299"/>
                  <a:pt x="9178" y="2885"/>
                  <a:pt x="9322" y="2372"/>
                </a:cubicBezTo>
                <a:cubicBezTo>
                  <a:pt x="9361" y="2444"/>
                  <a:pt x="9438" y="2476"/>
                  <a:pt x="9516" y="2476"/>
                </a:cubicBezTo>
                <a:cubicBezTo>
                  <a:pt x="9619" y="2476"/>
                  <a:pt x="9723" y="2418"/>
                  <a:pt x="9736" y="2316"/>
                </a:cubicBezTo>
                <a:cubicBezTo>
                  <a:pt x="9802" y="2336"/>
                  <a:pt x="9869" y="2345"/>
                  <a:pt x="9937" y="2345"/>
                </a:cubicBezTo>
                <a:cubicBezTo>
                  <a:pt x="10212" y="2345"/>
                  <a:pt x="10483" y="2190"/>
                  <a:pt x="10617" y="1947"/>
                </a:cubicBezTo>
                <a:cubicBezTo>
                  <a:pt x="10774" y="1657"/>
                  <a:pt x="10696" y="1244"/>
                  <a:pt x="10439" y="1021"/>
                </a:cubicBezTo>
                <a:cubicBezTo>
                  <a:pt x="9485" y="224"/>
                  <a:pt x="8292" y="1"/>
                  <a:pt x="7021" y="1"/>
                </a:cubicBezTo>
                <a:close/>
              </a:path>
            </a:pathLst>
          </a:custGeom>
          <a:solidFill>
            <a:srgbClr val="D2F2F9">
              <a:alpha val="768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15"/>
          <p:cNvSpPr/>
          <p:nvPr/>
        </p:nvSpPr>
        <p:spPr>
          <a:xfrm>
            <a:off x="6653245" y="2989130"/>
            <a:ext cx="3155062" cy="2811926"/>
          </a:xfrm>
          <a:custGeom>
            <a:avLst/>
            <a:gdLst/>
            <a:ahLst/>
            <a:cxnLst/>
            <a:rect l="l" t="t" r="r" b="b"/>
            <a:pathLst>
              <a:path w="9782" h="8718" extrusionOk="0">
                <a:moveTo>
                  <a:pt x="7360" y="0"/>
                </a:moveTo>
                <a:cubicBezTo>
                  <a:pt x="7146" y="0"/>
                  <a:pt x="6932" y="31"/>
                  <a:pt x="6722" y="93"/>
                </a:cubicBezTo>
                <a:cubicBezTo>
                  <a:pt x="6264" y="216"/>
                  <a:pt x="5839" y="507"/>
                  <a:pt x="5638" y="942"/>
                </a:cubicBezTo>
                <a:cubicBezTo>
                  <a:pt x="5438" y="1378"/>
                  <a:pt x="5527" y="1947"/>
                  <a:pt x="5896" y="2237"/>
                </a:cubicBezTo>
                <a:cubicBezTo>
                  <a:pt x="5683" y="2237"/>
                  <a:pt x="5438" y="2293"/>
                  <a:pt x="5337" y="2482"/>
                </a:cubicBezTo>
                <a:cubicBezTo>
                  <a:pt x="5271" y="2628"/>
                  <a:pt x="5293" y="2807"/>
                  <a:pt x="5371" y="2941"/>
                </a:cubicBezTo>
                <a:cubicBezTo>
                  <a:pt x="5415" y="3041"/>
                  <a:pt x="5482" y="3119"/>
                  <a:pt x="5549" y="3186"/>
                </a:cubicBezTo>
                <a:cubicBezTo>
                  <a:pt x="5379" y="3051"/>
                  <a:pt x="5158" y="2975"/>
                  <a:pt x="4937" y="2975"/>
                </a:cubicBezTo>
                <a:cubicBezTo>
                  <a:pt x="4811" y="2975"/>
                  <a:pt x="4684" y="2999"/>
                  <a:pt x="4567" y="3052"/>
                </a:cubicBezTo>
                <a:cubicBezTo>
                  <a:pt x="4199" y="3219"/>
                  <a:pt x="3964" y="3644"/>
                  <a:pt x="4031" y="4045"/>
                </a:cubicBezTo>
                <a:cubicBezTo>
                  <a:pt x="3954" y="4015"/>
                  <a:pt x="3873" y="4001"/>
                  <a:pt x="3792" y="4001"/>
                </a:cubicBezTo>
                <a:cubicBezTo>
                  <a:pt x="3517" y="4001"/>
                  <a:pt x="3241" y="4164"/>
                  <a:pt x="3138" y="4414"/>
                </a:cubicBezTo>
                <a:cubicBezTo>
                  <a:pt x="2983" y="4053"/>
                  <a:pt x="2599" y="3806"/>
                  <a:pt x="2216" y="3806"/>
                </a:cubicBezTo>
                <a:cubicBezTo>
                  <a:pt x="2185" y="3806"/>
                  <a:pt x="2153" y="3808"/>
                  <a:pt x="2122" y="3811"/>
                </a:cubicBezTo>
                <a:cubicBezTo>
                  <a:pt x="1698" y="3856"/>
                  <a:pt x="1318" y="4191"/>
                  <a:pt x="1240" y="4604"/>
                </a:cubicBezTo>
                <a:cubicBezTo>
                  <a:pt x="1150" y="5017"/>
                  <a:pt x="1351" y="5475"/>
                  <a:pt x="1720" y="5687"/>
                </a:cubicBezTo>
                <a:cubicBezTo>
                  <a:pt x="1530" y="5687"/>
                  <a:pt x="1351" y="5854"/>
                  <a:pt x="1351" y="6055"/>
                </a:cubicBezTo>
                <a:cubicBezTo>
                  <a:pt x="1215" y="5941"/>
                  <a:pt x="1036" y="5885"/>
                  <a:pt x="857" y="5885"/>
                </a:cubicBezTo>
                <a:cubicBezTo>
                  <a:pt x="668" y="5885"/>
                  <a:pt x="478" y="5947"/>
                  <a:pt x="336" y="6067"/>
                </a:cubicBezTo>
                <a:cubicBezTo>
                  <a:pt x="68" y="6312"/>
                  <a:pt x="1" y="6759"/>
                  <a:pt x="190" y="7072"/>
                </a:cubicBezTo>
                <a:lnTo>
                  <a:pt x="470" y="7228"/>
                </a:lnTo>
                <a:cubicBezTo>
                  <a:pt x="1775" y="7853"/>
                  <a:pt x="3127" y="8489"/>
                  <a:pt x="4578" y="8668"/>
                </a:cubicBezTo>
                <a:cubicBezTo>
                  <a:pt x="4828" y="8700"/>
                  <a:pt x="5081" y="8717"/>
                  <a:pt x="5334" y="8717"/>
                </a:cubicBezTo>
                <a:cubicBezTo>
                  <a:pt x="6557" y="8717"/>
                  <a:pt x="7786" y="8325"/>
                  <a:pt x="8608" y="7429"/>
                </a:cubicBezTo>
                <a:cubicBezTo>
                  <a:pt x="9513" y="6457"/>
                  <a:pt x="9781" y="5006"/>
                  <a:pt x="9558" y="3688"/>
                </a:cubicBezTo>
                <a:cubicBezTo>
                  <a:pt x="9334" y="2371"/>
                  <a:pt x="8620" y="1165"/>
                  <a:pt x="7871" y="60"/>
                </a:cubicBezTo>
                <a:cubicBezTo>
                  <a:pt x="7702" y="20"/>
                  <a:pt x="7531" y="0"/>
                  <a:pt x="7360" y="0"/>
                </a:cubicBezTo>
                <a:close/>
              </a:path>
            </a:pathLst>
          </a:custGeom>
          <a:solidFill>
            <a:srgbClr val="D2F2F9">
              <a:alpha val="768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15"/>
          <p:cNvSpPr/>
          <p:nvPr/>
        </p:nvSpPr>
        <p:spPr>
          <a:xfrm>
            <a:off x="-205683" y="3357178"/>
            <a:ext cx="3549741" cy="2075824"/>
          </a:xfrm>
          <a:custGeom>
            <a:avLst/>
            <a:gdLst/>
            <a:ahLst/>
            <a:cxnLst/>
            <a:rect l="l" t="t" r="r" b="b"/>
            <a:pathLst>
              <a:path w="10127" h="5922" extrusionOk="0">
                <a:moveTo>
                  <a:pt x="2117" y="0"/>
                </a:moveTo>
                <a:cubicBezTo>
                  <a:pt x="2089" y="0"/>
                  <a:pt x="2060" y="2"/>
                  <a:pt x="2032" y="7"/>
                </a:cubicBezTo>
                <a:cubicBezTo>
                  <a:pt x="1753" y="40"/>
                  <a:pt x="1530" y="264"/>
                  <a:pt x="1418" y="520"/>
                </a:cubicBezTo>
                <a:cubicBezTo>
                  <a:pt x="1307" y="777"/>
                  <a:pt x="1284" y="1056"/>
                  <a:pt x="1250" y="1336"/>
                </a:cubicBezTo>
                <a:cubicBezTo>
                  <a:pt x="1173" y="1179"/>
                  <a:pt x="1005" y="1068"/>
                  <a:pt x="816" y="1056"/>
                </a:cubicBezTo>
                <a:cubicBezTo>
                  <a:pt x="806" y="1055"/>
                  <a:pt x="796" y="1055"/>
                  <a:pt x="787" y="1055"/>
                </a:cubicBezTo>
                <a:cubicBezTo>
                  <a:pt x="618" y="1055"/>
                  <a:pt x="453" y="1143"/>
                  <a:pt x="357" y="1291"/>
                </a:cubicBezTo>
                <a:cubicBezTo>
                  <a:pt x="313" y="1972"/>
                  <a:pt x="89" y="2708"/>
                  <a:pt x="56" y="3390"/>
                </a:cubicBezTo>
                <a:cubicBezTo>
                  <a:pt x="22" y="3792"/>
                  <a:pt x="0" y="4194"/>
                  <a:pt x="89" y="4584"/>
                </a:cubicBezTo>
                <a:cubicBezTo>
                  <a:pt x="168" y="4975"/>
                  <a:pt x="357" y="5355"/>
                  <a:pt x="692" y="5578"/>
                </a:cubicBezTo>
                <a:cubicBezTo>
                  <a:pt x="1005" y="5779"/>
                  <a:pt x="1407" y="5812"/>
                  <a:pt x="1776" y="5846"/>
                </a:cubicBezTo>
                <a:cubicBezTo>
                  <a:pt x="2504" y="5898"/>
                  <a:pt x="3231" y="5921"/>
                  <a:pt x="3958" y="5921"/>
                </a:cubicBezTo>
                <a:cubicBezTo>
                  <a:pt x="5893" y="5921"/>
                  <a:pt x="7823" y="5755"/>
                  <a:pt x="9747" y="5511"/>
                </a:cubicBezTo>
                <a:cubicBezTo>
                  <a:pt x="10093" y="5209"/>
                  <a:pt x="10127" y="4629"/>
                  <a:pt x="9837" y="4294"/>
                </a:cubicBezTo>
                <a:cubicBezTo>
                  <a:pt x="9673" y="4106"/>
                  <a:pt x="9427" y="4010"/>
                  <a:pt x="9181" y="4010"/>
                </a:cubicBezTo>
                <a:cubicBezTo>
                  <a:pt x="9047" y="4010"/>
                  <a:pt x="8914" y="4038"/>
                  <a:pt x="8794" y="4095"/>
                </a:cubicBezTo>
                <a:lnTo>
                  <a:pt x="8794" y="4095"/>
                </a:lnTo>
                <a:cubicBezTo>
                  <a:pt x="8872" y="4029"/>
                  <a:pt x="8937" y="3950"/>
                  <a:pt x="8976" y="3859"/>
                </a:cubicBezTo>
                <a:cubicBezTo>
                  <a:pt x="9043" y="3691"/>
                  <a:pt x="9010" y="3490"/>
                  <a:pt x="8876" y="3378"/>
                </a:cubicBezTo>
                <a:cubicBezTo>
                  <a:pt x="8823" y="3334"/>
                  <a:pt x="8755" y="3313"/>
                  <a:pt x="8687" y="3313"/>
                </a:cubicBezTo>
                <a:cubicBezTo>
                  <a:pt x="8583" y="3313"/>
                  <a:pt x="8481" y="3362"/>
                  <a:pt x="8441" y="3457"/>
                </a:cubicBezTo>
                <a:cubicBezTo>
                  <a:pt x="8519" y="3133"/>
                  <a:pt x="8385" y="2798"/>
                  <a:pt x="8184" y="2530"/>
                </a:cubicBezTo>
                <a:cubicBezTo>
                  <a:pt x="7866" y="2135"/>
                  <a:pt x="7356" y="1898"/>
                  <a:pt x="6843" y="1898"/>
                </a:cubicBezTo>
                <a:cubicBezTo>
                  <a:pt x="6761" y="1898"/>
                  <a:pt x="6680" y="1904"/>
                  <a:pt x="6599" y="1916"/>
                </a:cubicBezTo>
                <a:cubicBezTo>
                  <a:pt x="6018" y="1994"/>
                  <a:pt x="5493" y="2418"/>
                  <a:pt x="5270" y="2966"/>
                </a:cubicBezTo>
                <a:cubicBezTo>
                  <a:pt x="5191" y="2852"/>
                  <a:pt x="5037" y="2799"/>
                  <a:pt x="4877" y="2799"/>
                </a:cubicBezTo>
                <a:cubicBezTo>
                  <a:pt x="4721" y="2799"/>
                  <a:pt x="4560" y="2850"/>
                  <a:pt x="4455" y="2943"/>
                </a:cubicBezTo>
                <a:cubicBezTo>
                  <a:pt x="4500" y="2574"/>
                  <a:pt x="4299" y="2195"/>
                  <a:pt x="3975" y="2016"/>
                </a:cubicBezTo>
                <a:cubicBezTo>
                  <a:pt x="3841" y="1943"/>
                  <a:pt x="3691" y="1907"/>
                  <a:pt x="3539" y="1907"/>
                </a:cubicBezTo>
                <a:cubicBezTo>
                  <a:pt x="3393" y="1907"/>
                  <a:pt x="3245" y="1940"/>
                  <a:pt x="3112" y="2005"/>
                </a:cubicBezTo>
                <a:lnTo>
                  <a:pt x="3112" y="2005"/>
                </a:lnTo>
                <a:cubicBezTo>
                  <a:pt x="3188" y="1924"/>
                  <a:pt x="3229" y="1814"/>
                  <a:pt x="3215" y="1704"/>
                </a:cubicBezTo>
                <a:cubicBezTo>
                  <a:pt x="3205" y="1525"/>
                  <a:pt x="3048" y="1358"/>
                  <a:pt x="2870" y="1336"/>
                </a:cubicBezTo>
                <a:cubicBezTo>
                  <a:pt x="2937" y="1034"/>
                  <a:pt x="2937" y="710"/>
                  <a:pt x="2791" y="431"/>
                </a:cubicBezTo>
                <a:cubicBezTo>
                  <a:pt x="2660" y="188"/>
                  <a:pt x="2391" y="0"/>
                  <a:pt x="2117" y="0"/>
                </a:cubicBezTo>
                <a:close/>
              </a:path>
            </a:pathLst>
          </a:custGeom>
          <a:solidFill>
            <a:srgbClr val="D2F2F9">
              <a:alpha val="768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8" name="Google Shape;358;p15"/>
          <p:cNvGrpSpPr/>
          <p:nvPr/>
        </p:nvGrpSpPr>
        <p:grpSpPr>
          <a:xfrm>
            <a:off x="6102024" y="669074"/>
            <a:ext cx="1186025" cy="1883599"/>
            <a:chOff x="6102024" y="669074"/>
            <a:chExt cx="1186025" cy="1883599"/>
          </a:xfrm>
        </p:grpSpPr>
        <p:sp>
          <p:nvSpPr>
            <p:cNvPr id="359" name="Google Shape;359;p15"/>
            <p:cNvSpPr/>
            <p:nvPr/>
          </p:nvSpPr>
          <p:spPr>
            <a:xfrm>
              <a:off x="6203598" y="669074"/>
              <a:ext cx="343091" cy="131733"/>
            </a:xfrm>
            <a:custGeom>
              <a:avLst/>
              <a:gdLst/>
              <a:ahLst/>
              <a:cxnLst/>
              <a:rect l="l" t="t" r="r" b="b"/>
              <a:pathLst>
                <a:path w="1922" h="738" extrusionOk="0">
                  <a:moveTo>
                    <a:pt x="1" y="0"/>
                  </a:moveTo>
                  <a:lnTo>
                    <a:pt x="1" y="737"/>
                  </a:lnTo>
                  <a:lnTo>
                    <a:pt x="1921" y="737"/>
                  </a:lnTo>
                  <a:lnTo>
                    <a:pt x="1921" y="0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15"/>
            <p:cNvSpPr/>
            <p:nvPr/>
          </p:nvSpPr>
          <p:spPr>
            <a:xfrm>
              <a:off x="6102024" y="826517"/>
              <a:ext cx="342913" cy="129591"/>
            </a:xfrm>
            <a:custGeom>
              <a:avLst/>
              <a:gdLst/>
              <a:ahLst/>
              <a:cxnLst/>
              <a:rect l="l" t="t" r="r" b="b"/>
              <a:pathLst>
                <a:path w="1921" h="726" extrusionOk="0">
                  <a:moveTo>
                    <a:pt x="0" y="1"/>
                  </a:moveTo>
                  <a:lnTo>
                    <a:pt x="0" y="726"/>
                  </a:lnTo>
                  <a:lnTo>
                    <a:pt x="1920" y="726"/>
                  </a:lnTo>
                  <a:lnTo>
                    <a:pt x="1920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15"/>
            <p:cNvSpPr/>
            <p:nvPr/>
          </p:nvSpPr>
          <p:spPr>
            <a:xfrm>
              <a:off x="6945136" y="1569819"/>
              <a:ext cx="342913" cy="129769"/>
            </a:xfrm>
            <a:custGeom>
              <a:avLst/>
              <a:gdLst/>
              <a:ahLst/>
              <a:cxnLst/>
              <a:rect l="l" t="t" r="r" b="b"/>
              <a:pathLst>
                <a:path w="1921" h="727" extrusionOk="0">
                  <a:moveTo>
                    <a:pt x="0" y="1"/>
                  </a:moveTo>
                  <a:lnTo>
                    <a:pt x="0" y="727"/>
                  </a:lnTo>
                  <a:lnTo>
                    <a:pt x="1921" y="727"/>
                  </a:lnTo>
                  <a:lnTo>
                    <a:pt x="1921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15"/>
            <p:cNvSpPr/>
            <p:nvPr/>
          </p:nvSpPr>
          <p:spPr>
            <a:xfrm>
              <a:off x="6843384" y="1725299"/>
              <a:ext cx="342913" cy="131733"/>
            </a:xfrm>
            <a:custGeom>
              <a:avLst/>
              <a:gdLst/>
              <a:ahLst/>
              <a:cxnLst/>
              <a:rect l="l" t="t" r="r" b="b"/>
              <a:pathLst>
                <a:path w="1921" h="738" extrusionOk="0">
                  <a:moveTo>
                    <a:pt x="0" y="1"/>
                  </a:moveTo>
                  <a:lnTo>
                    <a:pt x="0" y="737"/>
                  </a:lnTo>
                  <a:lnTo>
                    <a:pt x="1921" y="737"/>
                  </a:lnTo>
                  <a:lnTo>
                    <a:pt x="1921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15"/>
            <p:cNvSpPr/>
            <p:nvPr/>
          </p:nvSpPr>
          <p:spPr>
            <a:xfrm>
              <a:off x="6496536" y="2265460"/>
              <a:ext cx="343091" cy="131733"/>
            </a:xfrm>
            <a:custGeom>
              <a:avLst/>
              <a:gdLst/>
              <a:ahLst/>
              <a:cxnLst/>
              <a:rect l="l" t="t" r="r" b="b"/>
              <a:pathLst>
                <a:path w="1922" h="738" extrusionOk="0">
                  <a:moveTo>
                    <a:pt x="1" y="1"/>
                  </a:moveTo>
                  <a:lnTo>
                    <a:pt x="1" y="738"/>
                  </a:lnTo>
                  <a:lnTo>
                    <a:pt x="1921" y="738"/>
                  </a:lnTo>
                  <a:lnTo>
                    <a:pt x="1921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15"/>
            <p:cNvSpPr/>
            <p:nvPr/>
          </p:nvSpPr>
          <p:spPr>
            <a:xfrm>
              <a:off x="6127909" y="2265460"/>
              <a:ext cx="342913" cy="131733"/>
            </a:xfrm>
            <a:custGeom>
              <a:avLst/>
              <a:gdLst/>
              <a:ahLst/>
              <a:cxnLst/>
              <a:rect l="l" t="t" r="r" b="b"/>
              <a:pathLst>
                <a:path w="1921" h="738" extrusionOk="0">
                  <a:moveTo>
                    <a:pt x="1" y="1"/>
                  </a:moveTo>
                  <a:lnTo>
                    <a:pt x="1" y="738"/>
                  </a:lnTo>
                  <a:lnTo>
                    <a:pt x="1921" y="738"/>
                  </a:lnTo>
                  <a:lnTo>
                    <a:pt x="1921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15"/>
            <p:cNvSpPr/>
            <p:nvPr/>
          </p:nvSpPr>
          <p:spPr>
            <a:xfrm>
              <a:off x="6394962" y="2422903"/>
              <a:ext cx="343091" cy="129769"/>
            </a:xfrm>
            <a:custGeom>
              <a:avLst/>
              <a:gdLst/>
              <a:ahLst/>
              <a:cxnLst/>
              <a:rect l="l" t="t" r="r" b="b"/>
              <a:pathLst>
                <a:path w="1922" h="727" extrusionOk="0">
                  <a:moveTo>
                    <a:pt x="1" y="0"/>
                  </a:moveTo>
                  <a:lnTo>
                    <a:pt x="1" y="726"/>
                  </a:lnTo>
                  <a:lnTo>
                    <a:pt x="1921" y="726"/>
                  </a:lnTo>
                  <a:lnTo>
                    <a:pt x="1921" y="0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15"/>
            <p:cNvSpPr/>
            <p:nvPr/>
          </p:nvSpPr>
          <p:spPr>
            <a:xfrm>
              <a:off x="6355154" y="2103912"/>
              <a:ext cx="342913" cy="131733"/>
            </a:xfrm>
            <a:custGeom>
              <a:avLst/>
              <a:gdLst/>
              <a:ahLst/>
              <a:cxnLst/>
              <a:rect l="l" t="t" r="r" b="b"/>
              <a:pathLst>
                <a:path w="1921" h="738" extrusionOk="0">
                  <a:moveTo>
                    <a:pt x="0" y="1"/>
                  </a:moveTo>
                  <a:lnTo>
                    <a:pt x="0" y="738"/>
                  </a:lnTo>
                  <a:lnTo>
                    <a:pt x="1921" y="738"/>
                  </a:lnTo>
                  <a:lnTo>
                    <a:pt x="1921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15"/>
            <p:cNvSpPr/>
            <p:nvPr/>
          </p:nvSpPr>
          <p:spPr>
            <a:xfrm>
              <a:off x="6484575" y="826517"/>
              <a:ext cx="343091" cy="129591"/>
            </a:xfrm>
            <a:custGeom>
              <a:avLst/>
              <a:gdLst/>
              <a:ahLst/>
              <a:cxnLst/>
              <a:rect l="l" t="t" r="r" b="b"/>
              <a:pathLst>
                <a:path w="1922" h="726" extrusionOk="0">
                  <a:moveTo>
                    <a:pt x="1" y="1"/>
                  </a:moveTo>
                  <a:lnTo>
                    <a:pt x="1" y="726"/>
                  </a:lnTo>
                  <a:lnTo>
                    <a:pt x="1921" y="726"/>
                  </a:lnTo>
                  <a:lnTo>
                    <a:pt x="1921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8" name="Google Shape;368;p15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804843"/>
            <a:ext cx="3750900" cy="14991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69" name="Google Shape;369;p15"/>
          <p:cNvSpPr txBox="1">
            <a:spLocks noGrp="1"/>
          </p:cNvSpPr>
          <p:nvPr>
            <p:ph type="subTitle" idx="1"/>
          </p:nvPr>
        </p:nvSpPr>
        <p:spPr>
          <a:xfrm>
            <a:off x="1356250" y="3880557"/>
            <a:ext cx="2540100" cy="4581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grpSp>
        <p:nvGrpSpPr>
          <p:cNvPr id="370" name="Google Shape;370;p15"/>
          <p:cNvGrpSpPr/>
          <p:nvPr/>
        </p:nvGrpSpPr>
        <p:grpSpPr>
          <a:xfrm flipH="1">
            <a:off x="1091249" y="2017924"/>
            <a:ext cx="1186025" cy="1883599"/>
            <a:chOff x="6102024" y="669074"/>
            <a:chExt cx="1186025" cy="1883599"/>
          </a:xfrm>
        </p:grpSpPr>
        <p:sp>
          <p:nvSpPr>
            <p:cNvPr id="371" name="Google Shape;371;p15"/>
            <p:cNvSpPr/>
            <p:nvPr/>
          </p:nvSpPr>
          <p:spPr>
            <a:xfrm>
              <a:off x="6203598" y="669074"/>
              <a:ext cx="343091" cy="131733"/>
            </a:xfrm>
            <a:custGeom>
              <a:avLst/>
              <a:gdLst/>
              <a:ahLst/>
              <a:cxnLst/>
              <a:rect l="l" t="t" r="r" b="b"/>
              <a:pathLst>
                <a:path w="1922" h="738" extrusionOk="0">
                  <a:moveTo>
                    <a:pt x="1" y="0"/>
                  </a:moveTo>
                  <a:lnTo>
                    <a:pt x="1" y="737"/>
                  </a:lnTo>
                  <a:lnTo>
                    <a:pt x="1921" y="737"/>
                  </a:lnTo>
                  <a:lnTo>
                    <a:pt x="1921" y="0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15"/>
            <p:cNvSpPr/>
            <p:nvPr/>
          </p:nvSpPr>
          <p:spPr>
            <a:xfrm>
              <a:off x="6102024" y="826517"/>
              <a:ext cx="342913" cy="129591"/>
            </a:xfrm>
            <a:custGeom>
              <a:avLst/>
              <a:gdLst/>
              <a:ahLst/>
              <a:cxnLst/>
              <a:rect l="l" t="t" r="r" b="b"/>
              <a:pathLst>
                <a:path w="1921" h="726" extrusionOk="0">
                  <a:moveTo>
                    <a:pt x="0" y="1"/>
                  </a:moveTo>
                  <a:lnTo>
                    <a:pt x="0" y="726"/>
                  </a:lnTo>
                  <a:lnTo>
                    <a:pt x="1920" y="726"/>
                  </a:lnTo>
                  <a:lnTo>
                    <a:pt x="1920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15"/>
            <p:cNvSpPr/>
            <p:nvPr/>
          </p:nvSpPr>
          <p:spPr>
            <a:xfrm>
              <a:off x="6945136" y="1569819"/>
              <a:ext cx="342913" cy="129769"/>
            </a:xfrm>
            <a:custGeom>
              <a:avLst/>
              <a:gdLst/>
              <a:ahLst/>
              <a:cxnLst/>
              <a:rect l="l" t="t" r="r" b="b"/>
              <a:pathLst>
                <a:path w="1921" h="727" extrusionOk="0">
                  <a:moveTo>
                    <a:pt x="0" y="1"/>
                  </a:moveTo>
                  <a:lnTo>
                    <a:pt x="0" y="727"/>
                  </a:lnTo>
                  <a:lnTo>
                    <a:pt x="1921" y="727"/>
                  </a:lnTo>
                  <a:lnTo>
                    <a:pt x="1921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15"/>
            <p:cNvSpPr/>
            <p:nvPr/>
          </p:nvSpPr>
          <p:spPr>
            <a:xfrm>
              <a:off x="6843384" y="1725299"/>
              <a:ext cx="342913" cy="131733"/>
            </a:xfrm>
            <a:custGeom>
              <a:avLst/>
              <a:gdLst/>
              <a:ahLst/>
              <a:cxnLst/>
              <a:rect l="l" t="t" r="r" b="b"/>
              <a:pathLst>
                <a:path w="1921" h="738" extrusionOk="0">
                  <a:moveTo>
                    <a:pt x="0" y="1"/>
                  </a:moveTo>
                  <a:lnTo>
                    <a:pt x="0" y="737"/>
                  </a:lnTo>
                  <a:lnTo>
                    <a:pt x="1921" y="737"/>
                  </a:lnTo>
                  <a:lnTo>
                    <a:pt x="1921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15"/>
            <p:cNvSpPr/>
            <p:nvPr/>
          </p:nvSpPr>
          <p:spPr>
            <a:xfrm>
              <a:off x="6496536" y="2265460"/>
              <a:ext cx="343091" cy="131733"/>
            </a:xfrm>
            <a:custGeom>
              <a:avLst/>
              <a:gdLst/>
              <a:ahLst/>
              <a:cxnLst/>
              <a:rect l="l" t="t" r="r" b="b"/>
              <a:pathLst>
                <a:path w="1922" h="738" extrusionOk="0">
                  <a:moveTo>
                    <a:pt x="1" y="1"/>
                  </a:moveTo>
                  <a:lnTo>
                    <a:pt x="1" y="738"/>
                  </a:lnTo>
                  <a:lnTo>
                    <a:pt x="1921" y="738"/>
                  </a:lnTo>
                  <a:lnTo>
                    <a:pt x="1921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15"/>
            <p:cNvSpPr/>
            <p:nvPr/>
          </p:nvSpPr>
          <p:spPr>
            <a:xfrm>
              <a:off x="6127909" y="2265460"/>
              <a:ext cx="342913" cy="131733"/>
            </a:xfrm>
            <a:custGeom>
              <a:avLst/>
              <a:gdLst/>
              <a:ahLst/>
              <a:cxnLst/>
              <a:rect l="l" t="t" r="r" b="b"/>
              <a:pathLst>
                <a:path w="1921" h="738" extrusionOk="0">
                  <a:moveTo>
                    <a:pt x="1" y="1"/>
                  </a:moveTo>
                  <a:lnTo>
                    <a:pt x="1" y="738"/>
                  </a:lnTo>
                  <a:lnTo>
                    <a:pt x="1921" y="738"/>
                  </a:lnTo>
                  <a:lnTo>
                    <a:pt x="1921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15"/>
            <p:cNvSpPr/>
            <p:nvPr/>
          </p:nvSpPr>
          <p:spPr>
            <a:xfrm>
              <a:off x="6394962" y="2422903"/>
              <a:ext cx="343091" cy="129769"/>
            </a:xfrm>
            <a:custGeom>
              <a:avLst/>
              <a:gdLst/>
              <a:ahLst/>
              <a:cxnLst/>
              <a:rect l="l" t="t" r="r" b="b"/>
              <a:pathLst>
                <a:path w="1922" h="727" extrusionOk="0">
                  <a:moveTo>
                    <a:pt x="1" y="0"/>
                  </a:moveTo>
                  <a:lnTo>
                    <a:pt x="1" y="726"/>
                  </a:lnTo>
                  <a:lnTo>
                    <a:pt x="1921" y="726"/>
                  </a:lnTo>
                  <a:lnTo>
                    <a:pt x="1921" y="0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15"/>
            <p:cNvSpPr/>
            <p:nvPr/>
          </p:nvSpPr>
          <p:spPr>
            <a:xfrm>
              <a:off x="6355154" y="2103912"/>
              <a:ext cx="342913" cy="131733"/>
            </a:xfrm>
            <a:custGeom>
              <a:avLst/>
              <a:gdLst/>
              <a:ahLst/>
              <a:cxnLst/>
              <a:rect l="l" t="t" r="r" b="b"/>
              <a:pathLst>
                <a:path w="1921" h="738" extrusionOk="0">
                  <a:moveTo>
                    <a:pt x="0" y="1"/>
                  </a:moveTo>
                  <a:lnTo>
                    <a:pt x="0" y="738"/>
                  </a:lnTo>
                  <a:lnTo>
                    <a:pt x="1921" y="738"/>
                  </a:lnTo>
                  <a:lnTo>
                    <a:pt x="1921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15"/>
            <p:cNvSpPr/>
            <p:nvPr/>
          </p:nvSpPr>
          <p:spPr>
            <a:xfrm>
              <a:off x="6484575" y="826517"/>
              <a:ext cx="343091" cy="129591"/>
            </a:xfrm>
            <a:custGeom>
              <a:avLst/>
              <a:gdLst/>
              <a:ahLst/>
              <a:cxnLst/>
              <a:rect l="l" t="t" r="r" b="b"/>
              <a:pathLst>
                <a:path w="1922" h="726" extrusionOk="0">
                  <a:moveTo>
                    <a:pt x="1" y="1"/>
                  </a:moveTo>
                  <a:lnTo>
                    <a:pt x="1" y="726"/>
                  </a:lnTo>
                  <a:lnTo>
                    <a:pt x="1921" y="726"/>
                  </a:lnTo>
                  <a:lnTo>
                    <a:pt x="1921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ITLE_1">
    <p:spTree>
      <p:nvGrpSpPr>
        <p:cNvPr id="1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27"/>
          <p:cNvSpPr/>
          <p:nvPr/>
        </p:nvSpPr>
        <p:spPr>
          <a:xfrm>
            <a:off x="6988449" y="-285875"/>
            <a:ext cx="2711337" cy="2482326"/>
          </a:xfrm>
          <a:custGeom>
            <a:avLst/>
            <a:gdLst/>
            <a:ahLst/>
            <a:cxnLst/>
            <a:rect l="l" t="t" r="r" b="b"/>
            <a:pathLst>
              <a:path w="11233" h="10284" extrusionOk="0">
                <a:moveTo>
                  <a:pt x="7504" y="1"/>
                </a:moveTo>
                <a:cubicBezTo>
                  <a:pt x="7233" y="1"/>
                  <a:pt x="6958" y="22"/>
                  <a:pt x="6689" y="44"/>
                </a:cubicBezTo>
                <a:cubicBezTo>
                  <a:pt x="5293" y="144"/>
                  <a:pt x="3886" y="255"/>
                  <a:pt x="2491" y="367"/>
                </a:cubicBezTo>
                <a:cubicBezTo>
                  <a:pt x="2000" y="412"/>
                  <a:pt x="1508" y="446"/>
                  <a:pt x="1050" y="602"/>
                </a:cubicBezTo>
                <a:cubicBezTo>
                  <a:pt x="593" y="769"/>
                  <a:pt x="325" y="1026"/>
                  <a:pt x="124" y="1461"/>
                </a:cubicBezTo>
                <a:cubicBezTo>
                  <a:pt x="1" y="1707"/>
                  <a:pt x="102" y="2031"/>
                  <a:pt x="336" y="2176"/>
                </a:cubicBezTo>
                <a:cubicBezTo>
                  <a:pt x="417" y="2222"/>
                  <a:pt x="512" y="2244"/>
                  <a:pt x="607" y="2244"/>
                </a:cubicBezTo>
                <a:cubicBezTo>
                  <a:pt x="787" y="2244"/>
                  <a:pt x="970" y="2165"/>
                  <a:pt x="1072" y="2019"/>
                </a:cubicBezTo>
                <a:lnTo>
                  <a:pt x="1072" y="2019"/>
                </a:lnTo>
                <a:cubicBezTo>
                  <a:pt x="1039" y="2109"/>
                  <a:pt x="1084" y="2220"/>
                  <a:pt x="1173" y="2265"/>
                </a:cubicBezTo>
                <a:cubicBezTo>
                  <a:pt x="1207" y="2280"/>
                  <a:pt x="1241" y="2287"/>
                  <a:pt x="1275" y="2287"/>
                </a:cubicBezTo>
                <a:cubicBezTo>
                  <a:pt x="1343" y="2287"/>
                  <a:pt x="1407" y="2258"/>
                  <a:pt x="1452" y="2198"/>
                </a:cubicBezTo>
                <a:lnTo>
                  <a:pt x="1452" y="2198"/>
                </a:lnTo>
                <a:cubicBezTo>
                  <a:pt x="1296" y="2645"/>
                  <a:pt x="1474" y="3180"/>
                  <a:pt x="1854" y="3448"/>
                </a:cubicBezTo>
                <a:cubicBezTo>
                  <a:pt x="2038" y="3584"/>
                  <a:pt x="2264" y="3651"/>
                  <a:pt x="2491" y="3651"/>
                </a:cubicBezTo>
                <a:cubicBezTo>
                  <a:pt x="2731" y="3651"/>
                  <a:pt x="2971" y="3576"/>
                  <a:pt x="3161" y="3426"/>
                </a:cubicBezTo>
                <a:cubicBezTo>
                  <a:pt x="3240" y="3600"/>
                  <a:pt x="3431" y="3707"/>
                  <a:pt x="3618" y="3707"/>
                </a:cubicBezTo>
                <a:cubicBezTo>
                  <a:pt x="3696" y="3707"/>
                  <a:pt x="3773" y="3689"/>
                  <a:pt x="3841" y="3649"/>
                </a:cubicBezTo>
                <a:lnTo>
                  <a:pt x="3841" y="3649"/>
                </a:lnTo>
                <a:cubicBezTo>
                  <a:pt x="3439" y="3962"/>
                  <a:pt x="3305" y="4577"/>
                  <a:pt x="3540" y="5034"/>
                </a:cubicBezTo>
                <a:cubicBezTo>
                  <a:pt x="3731" y="5417"/>
                  <a:pt x="4146" y="5651"/>
                  <a:pt x="4566" y="5651"/>
                </a:cubicBezTo>
                <a:cubicBezTo>
                  <a:pt x="4660" y="5651"/>
                  <a:pt x="4754" y="5639"/>
                  <a:pt x="4846" y="5614"/>
                </a:cubicBezTo>
                <a:lnTo>
                  <a:pt x="4846" y="5614"/>
                </a:lnTo>
                <a:cubicBezTo>
                  <a:pt x="4838" y="5855"/>
                  <a:pt x="5081" y="6050"/>
                  <a:pt x="5321" y="6050"/>
                </a:cubicBezTo>
                <a:cubicBezTo>
                  <a:pt x="5334" y="6050"/>
                  <a:pt x="5347" y="6049"/>
                  <a:pt x="5359" y="6048"/>
                </a:cubicBezTo>
                <a:lnTo>
                  <a:pt x="5359" y="6048"/>
                </a:lnTo>
                <a:cubicBezTo>
                  <a:pt x="5087" y="6175"/>
                  <a:pt x="4894" y="6466"/>
                  <a:pt x="4913" y="6765"/>
                </a:cubicBezTo>
                <a:cubicBezTo>
                  <a:pt x="4925" y="7122"/>
                  <a:pt x="5237" y="7445"/>
                  <a:pt x="5595" y="7468"/>
                </a:cubicBezTo>
                <a:cubicBezTo>
                  <a:pt x="5047" y="7579"/>
                  <a:pt x="4712" y="8261"/>
                  <a:pt x="4947" y="8774"/>
                </a:cubicBezTo>
                <a:cubicBezTo>
                  <a:pt x="5093" y="9102"/>
                  <a:pt x="5456" y="9296"/>
                  <a:pt x="5816" y="9296"/>
                </a:cubicBezTo>
                <a:cubicBezTo>
                  <a:pt x="6008" y="9296"/>
                  <a:pt x="6198" y="9241"/>
                  <a:pt x="6354" y="9120"/>
                </a:cubicBezTo>
                <a:lnTo>
                  <a:pt x="6354" y="9120"/>
                </a:lnTo>
                <a:cubicBezTo>
                  <a:pt x="6320" y="9266"/>
                  <a:pt x="6398" y="9433"/>
                  <a:pt x="6532" y="9500"/>
                </a:cubicBezTo>
                <a:cubicBezTo>
                  <a:pt x="6572" y="9521"/>
                  <a:pt x="6617" y="9531"/>
                  <a:pt x="6663" y="9531"/>
                </a:cubicBezTo>
                <a:cubicBezTo>
                  <a:pt x="6760" y="9531"/>
                  <a:pt x="6862" y="9486"/>
                  <a:pt x="6923" y="9410"/>
                </a:cubicBezTo>
                <a:cubicBezTo>
                  <a:pt x="7113" y="9812"/>
                  <a:pt x="7493" y="10114"/>
                  <a:pt x="7917" y="10237"/>
                </a:cubicBezTo>
                <a:cubicBezTo>
                  <a:pt x="8041" y="10268"/>
                  <a:pt x="8168" y="10284"/>
                  <a:pt x="8296" y="10284"/>
                </a:cubicBezTo>
                <a:cubicBezTo>
                  <a:pt x="8616" y="10284"/>
                  <a:pt x="8937" y="10186"/>
                  <a:pt x="9200" y="10003"/>
                </a:cubicBezTo>
                <a:cubicBezTo>
                  <a:pt x="11232" y="8562"/>
                  <a:pt x="10652" y="5235"/>
                  <a:pt x="10205" y="2768"/>
                </a:cubicBezTo>
                <a:cubicBezTo>
                  <a:pt x="10027" y="1785"/>
                  <a:pt x="9647" y="724"/>
                  <a:pt x="8754" y="255"/>
                </a:cubicBezTo>
                <a:cubicBezTo>
                  <a:pt x="8368" y="56"/>
                  <a:pt x="7941" y="1"/>
                  <a:pt x="7504" y="1"/>
                </a:cubicBezTo>
                <a:close/>
              </a:path>
            </a:pathLst>
          </a:custGeom>
          <a:solidFill>
            <a:srgbClr val="D2F2F9">
              <a:alpha val="768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5" name="Google Shape;775;p27"/>
          <p:cNvSpPr/>
          <p:nvPr/>
        </p:nvSpPr>
        <p:spPr>
          <a:xfrm>
            <a:off x="-433300" y="-332728"/>
            <a:ext cx="2956951" cy="2789586"/>
          </a:xfrm>
          <a:custGeom>
            <a:avLst/>
            <a:gdLst/>
            <a:ahLst/>
            <a:cxnLst/>
            <a:rect l="l" t="t" r="r" b="b"/>
            <a:pathLst>
              <a:path w="10774" h="10164" extrusionOk="0">
                <a:moveTo>
                  <a:pt x="7021" y="1"/>
                </a:moveTo>
                <a:cubicBezTo>
                  <a:pt x="5585" y="1"/>
                  <a:pt x="4049" y="286"/>
                  <a:pt x="2646" y="351"/>
                </a:cubicBezTo>
                <a:cubicBezTo>
                  <a:pt x="2166" y="373"/>
                  <a:pt x="1663" y="418"/>
                  <a:pt x="1261" y="674"/>
                </a:cubicBezTo>
                <a:cubicBezTo>
                  <a:pt x="636" y="1076"/>
                  <a:pt x="424" y="1880"/>
                  <a:pt x="335" y="2617"/>
                </a:cubicBezTo>
                <a:cubicBezTo>
                  <a:pt x="0" y="5174"/>
                  <a:pt x="323" y="7820"/>
                  <a:pt x="1440" y="10131"/>
                </a:cubicBezTo>
                <a:cubicBezTo>
                  <a:pt x="1513" y="10153"/>
                  <a:pt x="1589" y="10164"/>
                  <a:pt x="1664" y="10164"/>
                </a:cubicBezTo>
                <a:cubicBezTo>
                  <a:pt x="1897" y="10164"/>
                  <a:pt x="2126" y="10063"/>
                  <a:pt x="2278" y="9886"/>
                </a:cubicBezTo>
                <a:cubicBezTo>
                  <a:pt x="2479" y="9651"/>
                  <a:pt x="2534" y="9294"/>
                  <a:pt x="2400" y="9015"/>
                </a:cubicBezTo>
                <a:lnTo>
                  <a:pt x="2400" y="9015"/>
                </a:lnTo>
                <a:cubicBezTo>
                  <a:pt x="2503" y="9050"/>
                  <a:pt x="2610" y="9067"/>
                  <a:pt x="2718" y="9067"/>
                </a:cubicBezTo>
                <a:cubicBezTo>
                  <a:pt x="3054" y="9067"/>
                  <a:pt x="3389" y="8903"/>
                  <a:pt x="3584" y="8624"/>
                </a:cubicBezTo>
                <a:cubicBezTo>
                  <a:pt x="3841" y="8256"/>
                  <a:pt x="3818" y="7720"/>
                  <a:pt x="3539" y="7373"/>
                </a:cubicBezTo>
                <a:lnTo>
                  <a:pt x="3539" y="7373"/>
                </a:lnTo>
                <a:cubicBezTo>
                  <a:pt x="3556" y="7375"/>
                  <a:pt x="3572" y="7376"/>
                  <a:pt x="3589" y="7376"/>
                </a:cubicBezTo>
                <a:cubicBezTo>
                  <a:pt x="3752" y="7376"/>
                  <a:pt x="3914" y="7280"/>
                  <a:pt x="3975" y="7128"/>
                </a:cubicBezTo>
                <a:cubicBezTo>
                  <a:pt x="4042" y="6971"/>
                  <a:pt x="3975" y="6760"/>
                  <a:pt x="3829" y="6659"/>
                </a:cubicBezTo>
                <a:cubicBezTo>
                  <a:pt x="4377" y="6614"/>
                  <a:pt x="4846" y="6101"/>
                  <a:pt x="4846" y="5542"/>
                </a:cubicBezTo>
                <a:cubicBezTo>
                  <a:pt x="4846" y="4996"/>
                  <a:pt x="4377" y="4482"/>
                  <a:pt x="3829" y="4426"/>
                </a:cubicBezTo>
                <a:cubicBezTo>
                  <a:pt x="4119" y="4426"/>
                  <a:pt x="4343" y="4069"/>
                  <a:pt x="4231" y="3801"/>
                </a:cubicBezTo>
                <a:lnTo>
                  <a:pt x="4231" y="3801"/>
                </a:lnTo>
                <a:cubicBezTo>
                  <a:pt x="4382" y="3854"/>
                  <a:pt x="4542" y="3880"/>
                  <a:pt x="4701" y="3880"/>
                </a:cubicBezTo>
                <a:cubicBezTo>
                  <a:pt x="4980" y="3880"/>
                  <a:pt x="5259" y="3800"/>
                  <a:pt x="5493" y="3644"/>
                </a:cubicBezTo>
                <a:cubicBezTo>
                  <a:pt x="5873" y="3410"/>
                  <a:pt x="6129" y="2997"/>
                  <a:pt x="6174" y="2562"/>
                </a:cubicBezTo>
                <a:cubicBezTo>
                  <a:pt x="6174" y="2706"/>
                  <a:pt x="6285" y="2852"/>
                  <a:pt x="6431" y="2885"/>
                </a:cubicBezTo>
                <a:cubicBezTo>
                  <a:pt x="6453" y="2890"/>
                  <a:pt x="6476" y="2892"/>
                  <a:pt x="6498" y="2892"/>
                </a:cubicBezTo>
                <a:cubicBezTo>
                  <a:pt x="6630" y="2892"/>
                  <a:pt x="6752" y="2809"/>
                  <a:pt x="6799" y="2684"/>
                </a:cubicBezTo>
                <a:cubicBezTo>
                  <a:pt x="7050" y="3105"/>
                  <a:pt x="7526" y="3364"/>
                  <a:pt x="8000" y="3364"/>
                </a:cubicBezTo>
                <a:cubicBezTo>
                  <a:pt x="8054" y="3364"/>
                  <a:pt x="8108" y="3361"/>
                  <a:pt x="8161" y="3354"/>
                </a:cubicBezTo>
                <a:cubicBezTo>
                  <a:pt x="8697" y="3299"/>
                  <a:pt x="9178" y="2885"/>
                  <a:pt x="9322" y="2372"/>
                </a:cubicBezTo>
                <a:cubicBezTo>
                  <a:pt x="9361" y="2444"/>
                  <a:pt x="9438" y="2476"/>
                  <a:pt x="9516" y="2476"/>
                </a:cubicBezTo>
                <a:cubicBezTo>
                  <a:pt x="9619" y="2476"/>
                  <a:pt x="9723" y="2418"/>
                  <a:pt x="9736" y="2316"/>
                </a:cubicBezTo>
                <a:cubicBezTo>
                  <a:pt x="9802" y="2336"/>
                  <a:pt x="9869" y="2345"/>
                  <a:pt x="9937" y="2345"/>
                </a:cubicBezTo>
                <a:cubicBezTo>
                  <a:pt x="10212" y="2345"/>
                  <a:pt x="10483" y="2190"/>
                  <a:pt x="10617" y="1947"/>
                </a:cubicBezTo>
                <a:cubicBezTo>
                  <a:pt x="10774" y="1657"/>
                  <a:pt x="10696" y="1244"/>
                  <a:pt x="10439" y="1021"/>
                </a:cubicBezTo>
                <a:cubicBezTo>
                  <a:pt x="9485" y="224"/>
                  <a:pt x="8292" y="1"/>
                  <a:pt x="7021" y="1"/>
                </a:cubicBezTo>
                <a:close/>
              </a:path>
            </a:pathLst>
          </a:custGeom>
          <a:solidFill>
            <a:srgbClr val="D2F2F9">
              <a:alpha val="768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6" name="Google Shape;776;p27"/>
          <p:cNvSpPr/>
          <p:nvPr/>
        </p:nvSpPr>
        <p:spPr>
          <a:xfrm>
            <a:off x="6653245" y="2989130"/>
            <a:ext cx="3155062" cy="2811926"/>
          </a:xfrm>
          <a:custGeom>
            <a:avLst/>
            <a:gdLst/>
            <a:ahLst/>
            <a:cxnLst/>
            <a:rect l="l" t="t" r="r" b="b"/>
            <a:pathLst>
              <a:path w="9782" h="8718" extrusionOk="0">
                <a:moveTo>
                  <a:pt x="7360" y="0"/>
                </a:moveTo>
                <a:cubicBezTo>
                  <a:pt x="7146" y="0"/>
                  <a:pt x="6932" y="31"/>
                  <a:pt x="6722" y="93"/>
                </a:cubicBezTo>
                <a:cubicBezTo>
                  <a:pt x="6264" y="216"/>
                  <a:pt x="5839" y="507"/>
                  <a:pt x="5638" y="942"/>
                </a:cubicBezTo>
                <a:cubicBezTo>
                  <a:pt x="5438" y="1378"/>
                  <a:pt x="5527" y="1947"/>
                  <a:pt x="5896" y="2237"/>
                </a:cubicBezTo>
                <a:cubicBezTo>
                  <a:pt x="5683" y="2237"/>
                  <a:pt x="5438" y="2293"/>
                  <a:pt x="5337" y="2482"/>
                </a:cubicBezTo>
                <a:cubicBezTo>
                  <a:pt x="5271" y="2628"/>
                  <a:pt x="5293" y="2807"/>
                  <a:pt x="5371" y="2941"/>
                </a:cubicBezTo>
                <a:cubicBezTo>
                  <a:pt x="5415" y="3041"/>
                  <a:pt x="5482" y="3119"/>
                  <a:pt x="5549" y="3186"/>
                </a:cubicBezTo>
                <a:cubicBezTo>
                  <a:pt x="5379" y="3051"/>
                  <a:pt x="5158" y="2975"/>
                  <a:pt x="4937" y="2975"/>
                </a:cubicBezTo>
                <a:cubicBezTo>
                  <a:pt x="4811" y="2975"/>
                  <a:pt x="4684" y="2999"/>
                  <a:pt x="4567" y="3052"/>
                </a:cubicBezTo>
                <a:cubicBezTo>
                  <a:pt x="4199" y="3219"/>
                  <a:pt x="3964" y="3644"/>
                  <a:pt x="4031" y="4045"/>
                </a:cubicBezTo>
                <a:cubicBezTo>
                  <a:pt x="3954" y="4015"/>
                  <a:pt x="3873" y="4001"/>
                  <a:pt x="3792" y="4001"/>
                </a:cubicBezTo>
                <a:cubicBezTo>
                  <a:pt x="3517" y="4001"/>
                  <a:pt x="3241" y="4164"/>
                  <a:pt x="3138" y="4414"/>
                </a:cubicBezTo>
                <a:cubicBezTo>
                  <a:pt x="2983" y="4053"/>
                  <a:pt x="2599" y="3806"/>
                  <a:pt x="2216" y="3806"/>
                </a:cubicBezTo>
                <a:cubicBezTo>
                  <a:pt x="2185" y="3806"/>
                  <a:pt x="2153" y="3808"/>
                  <a:pt x="2122" y="3811"/>
                </a:cubicBezTo>
                <a:cubicBezTo>
                  <a:pt x="1698" y="3856"/>
                  <a:pt x="1318" y="4191"/>
                  <a:pt x="1240" y="4604"/>
                </a:cubicBezTo>
                <a:cubicBezTo>
                  <a:pt x="1150" y="5017"/>
                  <a:pt x="1351" y="5475"/>
                  <a:pt x="1720" y="5687"/>
                </a:cubicBezTo>
                <a:cubicBezTo>
                  <a:pt x="1530" y="5687"/>
                  <a:pt x="1351" y="5854"/>
                  <a:pt x="1351" y="6055"/>
                </a:cubicBezTo>
                <a:cubicBezTo>
                  <a:pt x="1215" y="5941"/>
                  <a:pt x="1036" y="5885"/>
                  <a:pt x="857" y="5885"/>
                </a:cubicBezTo>
                <a:cubicBezTo>
                  <a:pt x="668" y="5885"/>
                  <a:pt x="478" y="5947"/>
                  <a:pt x="336" y="6067"/>
                </a:cubicBezTo>
                <a:cubicBezTo>
                  <a:pt x="68" y="6312"/>
                  <a:pt x="1" y="6759"/>
                  <a:pt x="190" y="7072"/>
                </a:cubicBezTo>
                <a:lnTo>
                  <a:pt x="470" y="7228"/>
                </a:lnTo>
                <a:cubicBezTo>
                  <a:pt x="1775" y="7853"/>
                  <a:pt x="3127" y="8489"/>
                  <a:pt x="4578" y="8668"/>
                </a:cubicBezTo>
                <a:cubicBezTo>
                  <a:pt x="4828" y="8700"/>
                  <a:pt x="5081" y="8717"/>
                  <a:pt x="5334" y="8717"/>
                </a:cubicBezTo>
                <a:cubicBezTo>
                  <a:pt x="6557" y="8717"/>
                  <a:pt x="7786" y="8325"/>
                  <a:pt x="8608" y="7429"/>
                </a:cubicBezTo>
                <a:cubicBezTo>
                  <a:pt x="9513" y="6457"/>
                  <a:pt x="9781" y="5006"/>
                  <a:pt x="9558" y="3688"/>
                </a:cubicBezTo>
                <a:cubicBezTo>
                  <a:pt x="9334" y="2371"/>
                  <a:pt x="8620" y="1165"/>
                  <a:pt x="7871" y="60"/>
                </a:cubicBezTo>
                <a:cubicBezTo>
                  <a:pt x="7702" y="20"/>
                  <a:pt x="7531" y="0"/>
                  <a:pt x="7360" y="0"/>
                </a:cubicBezTo>
                <a:close/>
              </a:path>
            </a:pathLst>
          </a:custGeom>
          <a:solidFill>
            <a:srgbClr val="D2F2F9">
              <a:alpha val="768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7" name="Google Shape;777;p27"/>
          <p:cNvSpPr/>
          <p:nvPr/>
        </p:nvSpPr>
        <p:spPr>
          <a:xfrm>
            <a:off x="-205683" y="3357178"/>
            <a:ext cx="3549741" cy="2075824"/>
          </a:xfrm>
          <a:custGeom>
            <a:avLst/>
            <a:gdLst/>
            <a:ahLst/>
            <a:cxnLst/>
            <a:rect l="l" t="t" r="r" b="b"/>
            <a:pathLst>
              <a:path w="10127" h="5922" extrusionOk="0">
                <a:moveTo>
                  <a:pt x="2117" y="0"/>
                </a:moveTo>
                <a:cubicBezTo>
                  <a:pt x="2089" y="0"/>
                  <a:pt x="2060" y="2"/>
                  <a:pt x="2032" y="7"/>
                </a:cubicBezTo>
                <a:cubicBezTo>
                  <a:pt x="1753" y="40"/>
                  <a:pt x="1530" y="264"/>
                  <a:pt x="1418" y="520"/>
                </a:cubicBezTo>
                <a:cubicBezTo>
                  <a:pt x="1307" y="777"/>
                  <a:pt x="1284" y="1056"/>
                  <a:pt x="1250" y="1336"/>
                </a:cubicBezTo>
                <a:cubicBezTo>
                  <a:pt x="1173" y="1179"/>
                  <a:pt x="1005" y="1068"/>
                  <a:pt x="816" y="1056"/>
                </a:cubicBezTo>
                <a:cubicBezTo>
                  <a:pt x="806" y="1055"/>
                  <a:pt x="796" y="1055"/>
                  <a:pt x="787" y="1055"/>
                </a:cubicBezTo>
                <a:cubicBezTo>
                  <a:pt x="618" y="1055"/>
                  <a:pt x="453" y="1143"/>
                  <a:pt x="357" y="1291"/>
                </a:cubicBezTo>
                <a:cubicBezTo>
                  <a:pt x="313" y="1972"/>
                  <a:pt x="89" y="2708"/>
                  <a:pt x="56" y="3390"/>
                </a:cubicBezTo>
                <a:cubicBezTo>
                  <a:pt x="22" y="3792"/>
                  <a:pt x="0" y="4194"/>
                  <a:pt x="89" y="4584"/>
                </a:cubicBezTo>
                <a:cubicBezTo>
                  <a:pt x="168" y="4975"/>
                  <a:pt x="357" y="5355"/>
                  <a:pt x="692" y="5578"/>
                </a:cubicBezTo>
                <a:cubicBezTo>
                  <a:pt x="1005" y="5779"/>
                  <a:pt x="1407" y="5812"/>
                  <a:pt x="1776" y="5846"/>
                </a:cubicBezTo>
                <a:cubicBezTo>
                  <a:pt x="2504" y="5898"/>
                  <a:pt x="3231" y="5921"/>
                  <a:pt x="3958" y="5921"/>
                </a:cubicBezTo>
                <a:cubicBezTo>
                  <a:pt x="5893" y="5921"/>
                  <a:pt x="7823" y="5755"/>
                  <a:pt x="9747" y="5511"/>
                </a:cubicBezTo>
                <a:cubicBezTo>
                  <a:pt x="10093" y="5209"/>
                  <a:pt x="10127" y="4629"/>
                  <a:pt x="9837" y="4294"/>
                </a:cubicBezTo>
                <a:cubicBezTo>
                  <a:pt x="9673" y="4106"/>
                  <a:pt x="9427" y="4010"/>
                  <a:pt x="9181" y="4010"/>
                </a:cubicBezTo>
                <a:cubicBezTo>
                  <a:pt x="9047" y="4010"/>
                  <a:pt x="8914" y="4038"/>
                  <a:pt x="8794" y="4095"/>
                </a:cubicBezTo>
                <a:lnTo>
                  <a:pt x="8794" y="4095"/>
                </a:lnTo>
                <a:cubicBezTo>
                  <a:pt x="8872" y="4029"/>
                  <a:pt x="8937" y="3950"/>
                  <a:pt x="8976" y="3859"/>
                </a:cubicBezTo>
                <a:cubicBezTo>
                  <a:pt x="9043" y="3691"/>
                  <a:pt x="9010" y="3490"/>
                  <a:pt x="8876" y="3378"/>
                </a:cubicBezTo>
                <a:cubicBezTo>
                  <a:pt x="8823" y="3334"/>
                  <a:pt x="8755" y="3313"/>
                  <a:pt x="8687" y="3313"/>
                </a:cubicBezTo>
                <a:cubicBezTo>
                  <a:pt x="8583" y="3313"/>
                  <a:pt x="8481" y="3362"/>
                  <a:pt x="8441" y="3457"/>
                </a:cubicBezTo>
                <a:cubicBezTo>
                  <a:pt x="8519" y="3133"/>
                  <a:pt x="8385" y="2798"/>
                  <a:pt x="8184" y="2530"/>
                </a:cubicBezTo>
                <a:cubicBezTo>
                  <a:pt x="7866" y="2135"/>
                  <a:pt x="7356" y="1898"/>
                  <a:pt x="6843" y="1898"/>
                </a:cubicBezTo>
                <a:cubicBezTo>
                  <a:pt x="6761" y="1898"/>
                  <a:pt x="6680" y="1904"/>
                  <a:pt x="6599" y="1916"/>
                </a:cubicBezTo>
                <a:cubicBezTo>
                  <a:pt x="6018" y="1994"/>
                  <a:pt x="5493" y="2418"/>
                  <a:pt x="5270" y="2966"/>
                </a:cubicBezTo>
                <a:cubicBezTo>
                  <a:pt x="5191" y="2852"/>
                  <a:pt x="5037" y="2799"/>
                  <a:pt x="4877" y="2799"/>
                </a:cubicBezTo>
                <a:cubicBezTo>
                  <a:pt x="4721" y="2799"/>
                  <a:pt x="4560" y="2850"/>
                  <a:pt x="4455" y="2943"/>
                </a:cubicBezTo>
                <a:cubicBezTo>
                  <a:pt x="4500" y="2574"/>
                  <a:pt x="4299" y="2195"/>
                  <a:pt x="3975" y="2016"/>
                </a:cubicBezTo>
                <a:cubicBezTo>
                  <a:pt x="3841" y="1943"/>
                  <a:pt x="3691" y="1907"/>
                  <a:pt x="3539" y="1907"/>
                </a:cubicBezTo>
                <a:cubicBezTo>
                  <a:pt x="3393" y="1907"/>
                  <a:pt x="3245" y="1940"/>
                  <a:pt x="3112" y="2005"/>
                </a:cubicBezTo>
                <a:lnTo>
                  <a:pt x="3112" y="2005"/>
                </a:lnTo>
                <a:cubicBezTo>
                  <a:pt x="3188" y="1924"/>
                  <a:pt x="3229" y="1814"/>
                  <a:pt x="3215" y="1704"/>
                </a:cubicBezTo>
                <a:cubicBezTo>
                  <a:pt x="3205" y="1525"/>
                  <a:pt x="3048" y="1358"/>
                  <a:pt x="2870" y="1336"/>
                </a:cubicBezTo>
                <a:cubicBezTo>
                  <a:pt x="2937" y="1034"/>
                  <a:pt x="2937" y="710"/>
                  <a:pt x="2791" y="431"/>
                </a:cubicBezTo>
                <a:cubicBezTo>
                  <a:pt x="2660" y="188"/>
                  <a:pt x="2391" y="0"/>
                  <a:pt x="2117" y="0"/>
                </a:cubicBezTo>
                <a:close/>
              </a:path>
            </a:pathLst>
          </a:custGeom>
          <a:solidFill>
            <a:srgbClr val="D2F2F9">
              <a:alpha val="768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78" name="Google Shape;778;p27"/>
          <p:cNvGrpSpPr/>
          <p:nvPr/>
        </p:nvGrpSpPr>
        <p:grpSpPr>
          <a:xfrm>
            <a:off x="6102024" y="669074"/>
            <a:ext cx="1186025" cy="1883599"/>
            <a:chOff x="6102024" y="669074"/>
            <a:chExt cx="1186025" cy="1883599"/>
          </a:xfrm>
        </p:grpSpPr>
        <p:sp>
          <p:nvSpPr>
            <p:cNvPr id="779" name="Google Shape;779;p27"/>
            <p:cNvSpPr/>
            <p:nvPr/>
          </p:nvSpPr>
          <p:spPr>
            <a:xfrm>
              <a:off x="6203598" y="669074"/>
              <a:ext cx="343091" cy="131733"/>
            </a:xfrm>
            <a:custGeom>
              <a:avLst/>
              <a:gdLst/>
              <a:ahLst/>
              <a:cxnLst/>
              <a:rect l="l" t="t" r="r" b="b"/>
              <a:pathLst>
                <a:path w="1922" h="738" extrusionOk="0">
                  <a:moveTo>
                    <a:pt x="1" y="0"/>
                  </a:moveTo>
                  <a:lnTo>
                    <a:pt x="1" y="737"/>
                  </a:lnTo>
                  <a:lnTo>
                    <a:pt x="1921" y="737"/>
                  </a:lnTo>
                  <a:lnTo>
                    <a:pt x="1921" y="0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27"/>
            <p:cNvSpPr/>
            <p:nvPr/>
          </p:nvSpPr>
          <p:spPr>
            <a:xfrm>
              <a:off x="6102024" y="826517"/>
              <a:ext cx="342913" cy="129591"/>
            </a:xfrm>
            <a:custGeom>
              <a:avLst/>
              <a:gdLst/>
              <a:ahLst/>
              <a:cxnLst/>
              <a:rect l="l" t="t" r="r" b="b"/>
              <a:pathLst>
                <a:path w="1921" h="726" extrusionOk="0">
                  <a:moveTo>
                    <a:pt x="0" y="1"/>
                  </a:moveTo>
                  <a:lnTo>
                    <a:pt x="0" y="726"/>
                  </a:lnTo>
                  <a:lnTo>
                    <a:pt x="1920" y="726"/>
                  </a:lnTo>
                  <a:lnTo>
                    <a:pt x="1920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27"/>
            <p:cNvSpPr/>
            <p:nvPr/>
          </p:nvSpPr>
          <p:spPr>
            <a:xfrm>
              <a:off x="6945136" y="1569819"/>
              <a:ext cx="342913" cy="129769"/>
            </a:xfrm>
            <a:custGeom>
              <a:avLst/>
              <a:gdLst/>
              <a:ahLst/>
              <a:cxnLst/>
              <a:rect l="l" t="t" r="r" b="b"/>
              <a:pathLst>
                <a:path w="1921" h="727" extrusionOk="0">
                  <a:moveTo>
                    <a:pt x="0" y="1"/>
                  </a:moveTo>
                  <a:lnTo>
                    <a:pt x="0" y="727"/>
                  </a:lnTo>
                  <a:lnTo>
                    <a:pt x="1921" y="727"/>
                  </a:lnTo>
                  <a:lnTo>
                    <a:pt x="1921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27"/>
            <p:cNvSpPr/>
            <p:nvPr/>
          </p:nvSpPr>
          <p:spPr>
            <a:xfrm>
              <a:off x="6843384" y="1725299"/>
              <a:ext cx="342913" cy="131733"/>
            </a:xfrm>
            <a:custGeom>
              <a:avLst/>
              <a:gdLst/>
              <a:ahLst/>
              <a:cxnLst/>
              <a:rect l="l" t="t" r="r" b="b"/>
              <a:pathLst>
                <a:path w="1921" h="738" extrusionOk="0">
                  <a:moveTo>
                    <a:pt x="0" y="1"/>
                  </a:moveTo>
                  <a:lnTo>
                    <a:pt x="0" y="737"/>
                  </a:lnTo>
                  <a:lnTo>
                    <a:pt x="1921" y="737"/>
                  </a:lnTo>
                  <a:lnTo>
                    <a:pt x="1921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27"/>
            <p:cNvSpPr/>
            <p:nvPr/>
          </p:nvSpPr>
          <p:spPr>
            <a:xfrm>
              <a:off x="6496536" y="2265460"/>
              <a:ext cx="343091" cy="131733"/>
            </a:xfrm>
            <a:custGeom>
              <a:avLst/>
              <a:gdLst/>
              <a:ahLst/>
              <a:cxnLst/>
              <a:rect l="l" t="t" r="r" b="b"/>
              <a:pathLst>
                <a:path w="1922" h="738" extrusionOk="0">
                  <a:moveTo>
                    <a:pt x="1" y="1"/>
                  </a:moveTo>
                  <a:lnTo>
                    <a:pt x="1" y="738"/>
                  </a:lnTo>
                  <a:lnTo>
                    <a:pt x="1921" y="738"/>
                  </a:lnTo>
                  <a:lnTo>
                    <a:pt x="1921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27"/>
            <p:cNvSpPr/>
            <p:nvPr/>
          </p:nvSpPr>
          <p:spPr>
            <a:xfrm>
              <a:off x="6127909" y="2265460"/>
              <a:ext cx="342913" cy="131733"/>
            </a:xfrm>
            <a:custGeom>
              <a:avLst/>
              <a:gdLst/>
              <a:ahLst/>
              <a:cxnLst/>
              <a:rect l="l" t="t" r="r" b="b"/>
              <a:pathLst>
                <a:path w="1921" h="738" extrusionOk="0">
                  <a:moveTo>
                    <a:pt x="1" y="1"/>
                  </a:moveTo>
                  <a:lnTo>
                    <a:pt x="1" y="738"/>
                  </a:lnTo>
                  <a:lnTo>
                    <a:pt x="1921" y="738"/>
                  </a:lnTo>
                  <a:lnTo>
                    <a:pt x="1921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27"/>
            <p:cNvSpPr/>
            <p:nvPr/>
          </p:nvSpPr>
          <p:spPr>
            <a:xfrm>
              <a:off x="6394962" y="2422903"/>
              <a:ext cx="343091" cy="129769"/>
            </a:xfrm>
            <a:custGeom>
              <a:avLst/>
              <a:gdLst/>
              <a:ahLst/>
              <a:cxnLst/>
              <a:rect l="l" t="t" r="r" b="b"/>
              <a:pathLst>
                <a:path w="1922" h="727" extrusionOk="0">
                  <a:moveTo>
                    <a:pt x="1" y="0"/>
                  </a:moveTo>
                  <a:lnTo>
                    <a:pt x="1" y="726"/>
                  </a:lnTo>
                  <a:lnTo>
                    <a:pt x="1921" y="726"/>
                  </a:lnTo>
                  <a:lnTo>
                    <a:pt x="1921" y="0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27"/>
            <p:cNvSpPr/>
            <p:nvPr/>
          </p:nvSpPr>
          <p:spPr>
            <a:xfrm>
              <a:off x="6355154" y="2103912"/>
              <a:ext cx="342913" cy="131733"/>
            </a:xfrm>
            <a:custGeom>
              <a:avLst/>
              <a:gdLst/>
              <a:ahLst/>
              <a:cxnLst/>
              <a:rect l="l" t="t" r="r" b="b"/>
              <a:pathLst>
                <a:path w="1921" h="738" extrusionOk="0">
                  <a:moveTo>
                    <a:pt x="0" y="1"/>
                  </a:moveTo>
                  <a:lnTo>
                    <a:pt x="0" y="738"/>
                  </a:lnTo>
                  <a:lnTo>
                    <a:pt x="1921" y="738"/>
                  </a:lnTo>
                  <a:lnTo>
                    <a:pt x="1921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27"/>
            <p:cNvSpPr/>
            <p:nvPr/>
          </p:nvSpPr>
          <p:spPr>
            <a:xfrm>
              <a:off x="6484575" y="826517"/>
              <a:ext cx="343091" cy="129591"/>
            </a:xfrm>
            <a:custGeom>
              <a:avLst/>
              <a:gdLst/>
              <a:ahLst/>
              <a:cxnLst/>
              <a:rect l="l" t="t" r="r" b="b"/>
              <a:pathLst>
                <a:path w="1922" h="726" extrusionOk="0">
                  <a:moveTo>
                    <a:pt x="1" y="1"/>
                  </a:moveTo>
                  <a:lnTo>
                    <a:pt x="1" y="726"/>
                  </a:lnTo>
                  <a:lnTo>
                    <a:pt x="1921" y="726"/>
                  </a:lnTo>
                  <a:lnTo>
                    <a:pt x="1921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88" name="Google Shape;788;p27"/>
          <p:cNvSpPr txBox="1">
            <a:spLocks noGrp="1"/>
          </p:cNvSpPr>
          <p:nvPr>
            <p:ph type="ctrTitle"/>
          </p:nvPr>
        </p:nvSpPr>
        <p:spPr>
          <a:xfrm>
            <a:off x="715300" y="768600"/>
            <a:ext cx="3965700" cy="11262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7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789" name="Google Shape;789;p27"/>
          <p:cNvSpPr txBox="1">
            <a:spLocks noGrp="1"/>
          </p:cNvSpPr>
          <p:nvPr>
            <p:ph type="subTitle" idx="1"/>
          </p:nvPr>
        </p:nvSpPr>
        <p:spPr>
          <a:xfrm>
            <a:off x="720000" y="2420740"/>
            <a:ext cx="3965700" cy="7788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791" name="Google Shape;791;p27"/>
          <p:cNvSpPr txBox="1">
            <a:spLocks noGrp="1"/>
          </p:cNvSpPr>
          <p:nvPr>
            <p:ph type="subTitle" idx="2"/>
          </p:nvPr>
        </p:nvSpPr>
        <p:spPr>
          <a:xfrm>
            <a:off x="720000" y="1941450"/>
            <a:ext cx="3965700" cy="359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lita One"/>
              <a:buNone/>
              <a:defRPr sz="2000">
                <a:solidFill>
                  <a:schemeClr val="lt1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lita One"/>
              <a:buNone/>
              <a:defRPr sz="2000">
                <a:latin typeface="Lilita One"/>
                <a:ea typeface="Lilita One"/>
                <a:cs typeface="Lilita One"/>
                <a:sym typeface="Lilita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lita One"/>
              <a:buNone/>
              <a:defRPr sz="2000">
                <a:latin typeface="Lilita One"/>
                <a:ea typeface="Lilita One"/>
                <a:cs typeface="Lilita One"/>
                <a:sym typeface="Lilita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lita One"/>
              <a:buNone/>
              <a:defRPr sz="2000">
                <a:latin typeface="Lilita One"/>
                <a:ea typeface="Lilita One"/>
                <a:cs typeface="Lilita One"/>
                <a:sym typeface="Lilita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lita One"/>
              <a:buNone/>
              <a:defRPr sz="2000">
                <a:latin typeface="Lilita One"/>
                <a:ea typeface="Lilita One"/>
                <a:cs typeface="Lilita One"/>
                <a:sym typeface="Lilita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lita One"/>
              <a:buNone/>
              <a:defRPr sz="2000">
                <a:latin typeface="Lilita One"/>
                <a:ea typeface="Lilita One"/>
                <a:cs typeface="Lilita One"/>
                <a:sym typeface="Lilita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lita One"/>
              <a:buNone/>
              <a:defRPr sz="2000">
                <a:latin typeface="Lilita One"/>
                <a:ea typeface="Lilita One"/>
                <a:cs typeface="Lilita One"/>
                <a:sym typeface="Lilita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lita One"/>
              <a:buNone/>
              <a:defRPr sz="2000">
                <a:latin typeface="Lilita One"/>
                <a:ea typeface="Lilita One"/>
                <a:cs typeface="Lilita One"/>
                <a:sym typeface="Lilita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lita One"/>
              <a:buNone/>
              <a:defRPr sz="2000">
                <a:latin typeface="Lilita One"/>
                <a:ea typeface="Lilita One"/>
                <a:cs typeface="Lilita One"/>
                <a:sym typeface="Lilita On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3">
    <p:spTree>
      <p:nvGrpSpPr>
        <p:cNvPr id="1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28"/>
          <p:cNvSpPr/>
          <p:nvPr/>
        </p:nvSpPr>
        <p:spPr>
          <a:xfrm>
            <a:off x="6988449" y="-285875"/>
            <a:ext cx="2711337" cy="2482326"/>
          </a:xfrm>
          <a:custGeom>
            <a:avLst/>
            <a:gdLst/>
            <a:ahLst/>
            <a:cxnLst/>
            <a:rect l="l" t="t" r="r" b="b"/>
            <a:pathLst>
              <a:path w="11233" h="10284" extrusionOk="0">
                <a:moveTo>
                  <a:pt x="7504" y="1"/>
                </a:moveTo>
                <a:cubicBezTo>
                  <a:pt x="7233" y="1"/>
                  <a:pt x="6958" y="22"/>
                  <a:pt x="6689" y="44"/>
                </a:cubicBezTo>
                <a:cubicBezTo>
                  <a:pt x="5293" y="144"/>
                  <a:pt x="3886" y="255"/>
                  <a:pt x="2491" y="367"/>
                </a:cubicBezTo>
                <a:cubicBezTo>
                  <a:pt x="2000" y="412"/>
                  <a:pt x="1508" y="446"/>
                  <a:pt x="1050" y="602"/>
                </a:cubicBezTo>
                <a:cubicBezTo>
                  <a:pt x="593" y="769"/>
                  <a:pt x="325" y="1026"/>
                  <a:pt x="124" y="1461"/>
                </a:cubicBezTo>
                <a:cubicBezTo>
                  <a:pt x="1" y="1707"/>
                  <a:pt x="102" y="2031"/>
                  <a:pt x="336" y="2176"/>
                </a:cubicBezTo>
                <a:cubicBezTo>
                  <a:pt x="417" y="2222"/>
                  <a:pt x="512" y="2244"/>
                  <a:pt x="607" y="2244"/>
                </a:cubicBezTo>
                <a:cubicBezTo>
                  <a:pt x="787" y="2244"/>
                  <a:pt x="970" y="2165"/>
                  <a:pt x="1072" y="2019"/>
                </a:cubicBezTo>
                <a:lnTo>
                  <a:pt x="1072" y="2019"/>
                </a:lnTo>
                <a:cubicBezTo>
                  <a:pt x="1039" y="2109"/>
                  <a:pt x="1084" y="2220"/>
                  <a:pt x="1173" y="2265"/>
                </a:cubicBezTo>
                <a:cubicBezTo>
                  <a:pt x="1207" y="2280"/>
                  <a:pt x="1241" y="2287"/>
                  <a:pt x="1275" y="2287"/>
                </a:cubicBezTo>
                <a:cubicBezTo>
                  <a:pt x="1343" y="2287"/>
                  <a:pt x="1407" y="2258"/>
                  <a:pt x="1452" y="2198"/>
                </a:cubicBezTo>
                <a:lnTo>
                  <a:pt x="1452" y="2198"/>
                </a:lnTo>
                <a:cubicBezTo>
                  <a:pt x="1296" y="2645"/>
                  <a:pt x="1474" y="3180"/>
                  <a:pt x="1854" y="3448"/>
                </a:cubicBezTo>
                <a:cubicBezTo>
                  <a:pt x="2038" y="3584"/>
                  <a:pt x="2264" y="3651"/>
                  <a:pt x="2491" y="3651"/>
                </a:cubicBezTo>
                <a:cubicBezTo>
                  <a:pt x="2731" y="3651"/>
                  <a:pt x="2971" y="3576"/>
                  <a:pt x="3161" y="3426"/>
                </a:cubicBezTo>
                <a:cubicBezTo>
                  <a:pt x="3240" y="3600"/>
                  <a:pt x="3431" y="3707"/>
                  <a:pt x="3618" y="3707"/>
                </a:cubicBezTo>
                <a:cubicBezTo>
                  <a:pt x="3696" y="3707"/>
                  <a:pt x="3773" y="3689"/>
                  <a:pt x="3841" y="3649"/>
                </a:cubicBezTo>
                <a:lnTo>
                  <a:pt x="3841" y="3649"/>
                </a:lnTo>
                <a:cubicBezTo>
                  <a:pt x="3439" y="3962"/>
                  <a:pt x="3305" y="4577"/>
                  <a:pt x="3540" y="5034"/>
                </a:cubicBezTo>
                <a:cubicBezTo>
                  <a:pt x="3731" y="5417"/>
                  <a:pt x="4146" y="5651"/>
                  <a:pt x="4566" y="5651"/>
                </a:cubicBezTo>
                <a:cubicBezTo>
                  <a:pt x="4660" y="5651"/>
                  <a:pt x="4754" y="5639"/>
                  <a:pt x="4846" y="5614"/>
                </a:cubicBezTo>
                <a:lnTo>
                  <a:pt x="4846" y="5614"/>
                </a:lnTo>
                <a:cubicBezTo>
                  <a:pt x="4838" y="5855"/>
                  <a:pt x="5081" y="6050"/>
                  <a:pt x="5321" y="6050"/>
                </a:cubicBezTo>
                <a:cubicBezTo>
                  <a:pt x="5334" y="6050"/>
                  <a:pt x="5347" y="6049"/>
                  <a:pt x="5359" y="6048"/>
                </a:cubicBezTo>
                <a:lnTo>
                  <a:pt x="5359" y="6048"/>
                </a:lnTo>
                <a:cubicBezTo>
                  <a:pt x="5087" y="6175"/>
                  <a:pt x="4894" y="6466"/>
                  <a:pt x="4913" y="6765"/>
                </a:cubicBezTo>
                <a:cubicBezTo>
                  <a:pt x="4925" y="7122"/>
                  <a:pt x="5237" y="7445"/>
                  <a:pt x="5595" y="7468"/>
                </a:cubicBezTo>
                <a:cubicBezTo>
                  <a:pt x="5047" y="7579"/>
                  <a:pt x="4712" y="8261"/>
                  <a:pt x="4947" y="8774"/>
                </a:cubicBezTo>
                <a:cubicBezTo>
                  <a:pt x="5093" y="9102"/>
                  <a:pt x="5456" y="9296"/>
                  <a:pt x="5816" y="9296"/>
                </a:cubicBezTo>
                <a:cubicBezTo>
                  <a:pt x="6008" y="9296"/>
                  <a:pt x="6198" y="9241"/>
                  <a:pt x="6354" y="9120"/>
                </a:cubicBezTo>
                <a:lnTo>
                  <a:pt x="6354" y="9120"/>
                </a:lnTo>
                <a:cubicBezTo>
                  <a:pt x="6320" y="9266"/>
                  <a:pt x="6398" y="9433"/>
                  <a:pt x="6532" y="9500"/>
                </a:cubicBezTo>
                <a:cubicBezTo>
                  <a:pt x="6572" y="9521"/>
                  <a:pt x="6617" y="9531"/>
                  <a:pt x="6663" y="9531"/>
                </a:cubicBezTo>
                <a:cubicBezTo>
                  <a:pt x="6760" y="9531"/>
                  <a:pt x="6862" y="9486"/>
                  <a:pt x="6923" y="9410"/>
                </a:cubicBezTo>
                <a:cubicBezTo>
                  <a:pt x="7113" y="9812"/>
                  <a:pt x="7493" y="10114"/>
                  <a:pt x="7917" y="10237"/>
                </a:cubicBezTo>
                <a:cubicBezTo>
                  <a:pt x="8041" y="10268"/>
                  <a:pt x="8168" y="10284"/>
                  <a:pt x="8296" y="10284"/>
                </a:cubicBezTo>
                <a:cubicBezTo>
                  <a:pt x="8616" y="10284"/>
                  <a:pt x="8937" y="10186"/>
                  <a:pt x="9200" y="10003"/>
                </a:cubicBezTo>
                <a:cubicBezTo>
                  <a:pt x="11232" y="8562"/>
                  <a:pt x="10652" y="5235"/>
                  <a:pt x="10205" y="2768"/>
                </a:cubicBezTo>
                <a:cubicBezTo>
                  <a:pt x="10027" y="1785"/>
                  <a:pt x="9647" y="724"/>
                  <a:pt x="8754" y="255"/>
                </a:cubicBezTo>
                <a:cubicBezTo>
                  <a:pt x="8368" y="56"/>
                  <a:pt x="7941" y="1"/>
                  <a:pt x="7504" y="1"/>
                </a:cubicBezTo>
                <a:close/>
              </a:path>
            </a:pathLst>
          </a:custGeom>
          <a:solidFill>
            <a:srgbClr val="D2F2F9">
              <a:alpha val="768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5" name="Google Shape;815;p28"/>
          <p:cNvSpPr/>
          <p:nvPr/>
        </p:nvSpPr>
        <p:spPr>
          <a:xfrm>
            <a:off x="-433300" y="-332728"/>
            <a:ext cx="2956951" cy="2789586"/>
          </a:xfrm>
          <a:custGeom>
            <a:avLst/>
            <a:gdLst/>
            <a:ahLst/>
            <a:cxnLst/>
            <a:rect l="l" t="t" r="r" b="b"/>
            <a:pathLst>
              <a:path w="10774" h="10164" extrusionOk="0">
                <a:moveTo>
                  <a:pt x="7021" y="1"/>
                </a:moveTo>
                <a:cubicBezTo>
                  <a:pt x="5585" y="1"/>
                  <a:pt x="4049" y="286"/>
                  <a:pt x="2646" y="351"/>
                </a:cubicBezTo>
                <a:cubicBezTo>
                  <a:pt x="2166" y="373"/>
                  <a:pt x="1663" y="418"/>
                  <a:pt x="1261" y="674"/>
                </a:cubicBezTo>
                <a:cubicBezTo>
                  <a:pt x="636" y="1076"/>
                  <a:pt x="424" y="1880"/>
                  <a:pt x="335" y="2617"/>
                </a:cubicBezTo>
                <a:cubicBezTo>
                  <a:pt x="0" y="5174"/>
                  <a:pt x="323" y="7820"/>
                  <a:pt x="1440" y="10131"/>
                </a:cubicBezTo>
                <a:cubicBezTo>
                  <a:pt x="1513" y="10153"/>
                  <a:pt x="1589" y="10164"/>
                  <a:pt x="1664" y="10164"/>
                </a:cubicBezTo>
                <a:cubicBezTo>
                  <a:pt x="1897" y="10164"/>
                  <a:pt x="2126" y="10063"/>
                  <a:pt x="2278" y="9886"/>
                </a:cubicBezTo>
                <a:cubicBezTo>
                  <a:pt x="2479" y="9651"/>
                  <a:pt x="2534" y="9294"/>
                  <a:pt x="2400" y="9015"/>
                </a:cubicBezTo>
                <a:lnTo>
                  <a:pt x="2400" y="9015"/>
                </a:lnTo>
                <a:cubicBezTo>
                  <a:pt x="2503" y="9050"/>
                  <a:pt x="2610" y="9067"/>
                  <a:pt x="2718" y="9067"/>
                </a:cubicBezTo>
                <a:cubicBezTo>
                  <a:pt x="3054" y="9067"/>
                  <a:pt x="3389" y="8903"/>
                  <a:pt x="3584" y="8624"/>
                </a:cubicBezTo>
                <a:cubicBezTo>
                  <a:pt x="3841" y="8256"/>
                  <a:pt x="3818" y="7720"/>
                  <a:pt x="3539" y="7373"/>
                </a:cubicBezTo>
                <a:lnTo>
                  <a:pt x="3539" y="7373"/>
                </a:lnTo>
                <a:cubicBezTo>
                  <a:pt x="3556" y="7375"/>
                  <a:pt x="3572" y="7376"/>
                  <a:pt x="3589" y="7376"/>
                </a:cubicBezTo>
                <a:cubicBezTo>
                  <a:pt x="3752" y="7376"/>
                  <a:pt x="3914" y="7280"/>
                  <a:pt x="3975" y="7128"/>
                </a:cubicBezTo>
                <a:cubicBezTo>
                  <a:pt x="4042" y="6971"/>
                  <a:pt x="3975" y="6760"/>
                  <a:pt x="3829" y="6659"/>
                </a:cubicBezTo>
                <a:cubicBezTo>
                  <a:pt x="4377" y="6614"/>
                  <a:pt x="4846" y="6101"/>
                  <a:pt x="4846" y="5542"/>
                </a:cubicBezTo>
                <a:cubicBezTo>
                  <a:pt x="4846" y="4996"/>
                  <a:pt x="4377" y="4482"/>
                  <a:pt x="3829" y="4426"/>
                </a:cubicBezTo>
                <a:cubicBezTo>
                  <a:pt x="4119" y="4426"/>
                  <a:pt x="4343" y="4069"/>
                  <a:pt x="4231" y="3801"/>
                </a:cubicBezTo>
                <a:lnTo>
                  <a:pt x="4231" y="3801"/>
                </a:lnTo>
                <a:cubicBezTo>
                  <a:pt x="4382" y="3854"/>
                  <a:pt x="4542" y="3880"/>
                  <a:pt x="4701" y="3880"/>
                </a:cubicBezTo>
                <a:cubicBezTo>
                  <a:pt x="4980" y="3880"/>
                  <a:pt x="5259" y="3800"/>
                  <a:pt x="5493" y="3644"/>
                </a:cubicBezTo>
                <a:cubicBezTo>
                  <a:pt x="5873" y="3410"/>
                  <a:pt x="6129" y="2997"/>
                  <a:pt x="6174" y="2562"/>
                </a:cubicBezTo>
                <a:cubicBezTo>
                  <a:pt x="6174" y="2706"/>
                  <a:pt x="6285" y="2852"/>
                  <a:pt x="6431" y="2885"/>
                </a:cubicBezTo>
                <a:cubicBezTo>
                  <a:pt x="6453" y="2890"/>
                  <a:pt x="6476" y="2892"/>
                  <a:pt x="6498" y="2892"/>
                </a:cubicBezTo>
                <a:cubicBezTo>
                  <a:pt x="6630" y="2892"/>
                  <a:pt x="6752" y="2809"/>
                  <a:pt x="6799" y="2684"/>
                </a:cubicBezTo>
                <a:cubicBezTo>
                  <a:pt x="7050" y="3105"/>
                  <a:pt x="7526" y="3364"/>
                  <a:pt x="8000" y="3364"/>
                </a:cubicBezTo>
                <a:cubicBezTo>
                  <a:pt x="8054" y="3364"/>
                  <a:pt x="8108" y="3361"/>
                  <a:pt x="8161" y="3354"/>
                </a:cubicBezTo>
                <a:cubicBezTo>
                  <a:pt x="8697" y="3299"/>
                  <a:pt x="9178" y="2885"/>
                  <a:pt x="9322" y="2372"/>
                </a:cubicBezTo>
                <a:cubicBezTo>
                  <a:pt x="9361" y="2444"/>
                  <a:pt x="9438" y="2476"/>
                  <a:pt x="9516" y="2476"/>
                </a:cubicBezTo>
                <a:cubicBezTo>
                  <a:pt x="9619" y="2476"/>
                  <a:pt x="9723" y="2418"/>
                  <a:pt x="9736" y="2316"/>
                </a:cubicBezTo>
                <a:cubicBezTo>
                  <a:pt x="9802" y="2336"/>
                  <a:pt x="9869" y="2345"/>
                  <a:pt x="9937" y="2345"/>
                </a:cubicBezTo>
                <a:cubicBezTo>
                  <a:pt x="10212" y="2345"/>
                  <a:pt x="10483" y="2190"/>
                  <a:pt x="10617" y="1947"/>
                </a:cubicBezTo>
                <a:cubicBezTo>
                  <a:pt x="10774" y="1657"/>
                  <a:pt x="10696" y="1244"/>
                  <a:pt x="10439" y="1021"/>
                </a:cubicBezTo>
                <a:cubicBezTo>
                  <a:pt x="9485" y="224"/>
                  <a:pt x="8292" y="1"/>
                  <a:pt x="7021" y="1"/>
                </a:cubicBezTo>
                <a:close/>
              </a:path>
            </a:pathLst>
          </a:custGeom>
          <a:solidFill>
            <a:srgbClr val="D2F2F9">
              <a:alpha val="768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6" name="Google Shape;816;p28"/>
          <p:cNvSpPr/>
          <p:nvPr/>
        </p:nvSpPr>
        <p:spPr>
          <a:xfrm>
            <a:off x="6653245" y="2989130"/>
            <a:ext cx="3155062" cy="2811926"/>
          </a:xfrm>
          <a:custGeom>
            <a:avLst/>
            <a:gdLst/>
            <a:ahLst/>
            <a:cxnLst/>
            <a:rect l="l" t="t" r="r" b="b"/>
            <a:pathLst>
              <a:path w="9782" h="8718" extrusionOk="0">
                <a:moveTo>
                  <a:pt x="7360" y="0"/>
                </a:moveTo>
                <a:cubicBezTo>
                  <a:pt x="7146" y="0"/>
                  <a:pt x="6932" y="31"/>
                  <a:pt x="6722" y="93"/>
                </a:cubicBezTo>
                <a:cubicBezTo>
                  <a:pt x="6264" y="216"/>
                  <a:pt x="5839" y="507"/>
                  <a:pt x="5638" y="942"/>
                </a:cubicBezTo>
                <a:cubicBezTo>
                  <a:pt x="5438" y="1378"/>
                  <a:pt x="5527" y="1947"/>
                  <a:pt x="5896" y="2237"/>
                </a:cubicBezTo>
                <a:cubicBezTo>
                  <a:pt x="5683" y="2237"/>
                  <a:pt x="5438" y="2293"/>
                  <a:pt x="5337" y="2482"/>
                </a:cubicBezTo>
                <a:cubicBezTo>
                  <a:pt x="5271" y="2628"/>
                  <a:pt x="5293" y="2807"/>
                  <a:pt x="5371" y="2941"/>
                </a:cubicBezTo>
                <a:cubicBezTo>
                  <a:pt x="5415" y="3041"/>
                  <a:pt x="5482" y="3119"/>
                  <a:pt x="5549" y="3186"/>
                </a:cubicBezTo>
                <a:cubicBezTo>
                  <a:pt x="5379" y="3051"/>
                  <a:pt x="5158" y="2975"/>
                  <a:pt x="4937" y="2975"/>
                </a:cubicBezTo>
                <a:cubicBezTo>
                  <a:pt x="4811" y="2975"/>
                  <a:pt x="4684" y="2999"/>
                  <a:pt x="4567" y="3052"/>
                </a:cubicBezTo>
                <a:cubicBezTo>
                  <a:pt x="4199" y="3219"/>
                  <a:pt x="3964" y="3644"/>
                  <a:pt x="4031" y="4045"/>
                </a:cubicBezTo>
                <a:cubicBezTo>
                  <a:pt x="3954" y="4015"/>
                  <a:pt x="3873" y="4001"/>
                  <a:pt x="3792" y="4001"/>
                </a:cubicBezTo>
                <a:cubicBezTo>
                  <a:pt x="3517" y="4001"/>
                  <a:pt x="3241" y="4164"/>
                  <a:pt x="3138" y="4414"/>
                </a:cubicBezTo>
                <a:cubicBezTo>
                  <a:pt x="2983" y="4053"/>
                  <a:pt x="2599" y="3806"/>
                  <a:pt x="2216" y="3806"/>
                </a:cubicBezTo>
                <a:cubicBezTo>
                  <a:pt x="2185" y="3806"/>
                  <a:pt x="2153" y="3808"/>
                  <a:pt x="2122" y="3811"/>
                </a:cubicBezTo>
                <a:cubicBezTo>
                  <a:pt x="1698" y="3856"/>
                  <a:pt x="1318" y="4191"/>
                  <a:pt x="1240" y="4604"/>
                </a:cubicBezTo>
                <a:cubicBezTo>
                  <a:pt x="1150" y="5017"/>
                  <a:pt x="1351" y="5475"/>
                  <a:pt x="1720" y="5687"/>
                </a:cubicBezTo>
                <a:cubicBezTo>
                  <a:pt x="1530" y="5687"/>
                  <a:pt x="1351" y="5854"/>
                  <a:pt x="1351" y="6055"/>
                </a:cubicBezTo>
                <a:cubicBezTo>
                  <a:pt x="1215" y="5941"/>
                  <a:pt x="1036" y="5885"/>
                  <a:pt x="857" y="5885"/>
                </a:cubicBezTo>
                <a:cubicBezTo>
                  <a:pt x="668" y="5885"/>
                  <a:pt x="478" y="5947"/>
                  <a:pt x="336" y="6067"/>
                </a:cubicBezTo>
                <a:cubicBezTo>
                  <a:pt x="68" y="6312"/>
                  <a:pt x="1" y="6759"/>
                  <a:pt x="190" y="7072"/>
                </a:cubicBezTo>
                <a:lnTo>
                  <a:pt x="470" y="7228"/>
                </a:lnTo>
                <a:cubicBezTo>
                  <a:pt x="1775" y="7853"/>
                  <a:pt x="3127" y="8489"/>
                  <a:pt x="4578" y="8668"/>
                </a:cubicBezTo>
                <a:cubicBezTo>
                  <a:pt x="4828" y="8700"/>
                  <a:pt x="5081" y="8717"/>
                  <a:pt x="5334" y="8717"/>
                </a:cubicBezTo>
                <a:cubicBezTo>
                  <a:pt x="6557" y="8717"/>
                  <a:pt x="7786" y="8325"/>
                  <a:pt x="8608" y="7429"/>
                </a:cubicBezTo>
                <a:cubicBezTo>
                  <a:pt x="9513" y="6457"/>
                  <a:pt x="9781" y="5006"/>
                  <a:pt x="9558" y="3688"/>
                </a:cubicBezTo>
                <a:cubicBezTo>
                  <a:pt x="9334" y="2371"/>
                  <a:pt x="8620" y="1165"/>
                  <a:pt x="7871" y="60"/>
                </a:cubicBezTo>
                <a:cubicBezTo>
                  <a:pt x="7702" y="20"/>
                  <a:pt x="7531" y="0"/>
                  <a:pt x="7360" y="0"/>
                </a:cubicBezTo>
                <a:close/>
              </a:path>
            </a:pathLst>
          </a:custGeom>
          <a:solidFill>
            <a:srgbClr val="D2F2F9">
              <a:alpha val="768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7" name="Google Shape;817;p28"/>
          <p:cNvSpPr/>
          <p:nvPr/>
        </p:nvSpPr>
        <p:spPr>
          <a:xfrm>
            <a:off x="-205683" y="3357178"/>
            <a:ext cx="3549741" cy="2075824"/>
          </a:xfrm>
          <a:custGeom>
            <a:avLst/>
            <a:gdLst/>
            <a:ahLst/>
            <a:cxnLst/>
            <a:rect l="l" t="t" r="r" b="b"/>
            <a:pathLst>
              <a:path w="10127" h="5922" extrusionOk="0">
                <a:moveTo>
                  <a:pt x="2117" y="0"/>
                </a:moveTo>
                <a:cubicBezTo>
                  <a:pt x="2089" y="0"/>
                  <a:pt x="2060" y="2"/>
                  <a:pt x="2032" y="7"/>
                </a:cubicBezTo>
                <a:cubicBezTo>
                  <a:pt x="1753" y="40"/>
                  <a:pt x="1530" y="264"/>
                  <a:pt x="1418" y="520"/>
                </a:cubicBezTo>
                <a:cubicBezTo>
                  <a:pt x="1307" y="777"/>
                  <a:pt x="1284" y="1056"/>
                  <a:pt x="1250" y="1336"/>
                </a:cubicBezTo>
                <a:cubicBezTo>
                  <a:pt x="1173" y="1179"/>
                  <a:pt x="1005" y="1068"/>
                  <a:pt x="816" y="1056"/>
                </a:cubicBezTo>
                <a:cubicBezTo>
                  <a:pt x="806" y="1055"/>
                  <a:pt x="796" y="1055"/>
                  <a:pt x="787" y="1055"/>
                </a:cubicBezTo>
                <a:cubicBezTo>
                  <a:pt x="618" y="1055"/>
                  <a:pt x="453" y="1143"/>
                  <a:pt x="357" y="1291"/>
                </a:cubicBezTo>
                <a:cubicBezTo>
                  <a:pt x="313" y="1972"/>
                  <a:pt x="89" y="2708"/>
                  <a:pt x="56" y="3390"/>
                </a:cubicBezTo>
                <a:cubicBezTo>
                  <a:pt x="22" y="3792"/>
                  <a:pt x="0" y="4194"/>
                  <a:pt x="89" y="4584"/>
                </a:cubicBezTo>
                <a:cubicBezTo>
                  <a:pt x="168" y="4975"/>
                  <a:pt x="357" y="5355"/>
                  <a:pt x="692" y="5578"/>
                </a:cubicBezTo>
                <a:cubicBezTo>
                  <a:pt x="1005" y="5779"/>
                  <a:pt x="1407" y="5812"/>
                  <a:pt x="1776" y="5846"/>
                </a:cubicBezTo>
                <a:cubicBezTo>
                  <a:pt x="2504" y="5898"/>
                  <a:pt x="3231" y="5921"/>
                  <a:pt x="3958" y="5921"/>
                </a:cubicBezTo>
                <a:cubicBezTo>
                  <a:pt x="5893" y="5921"/>
                  <a:pt x="7823" y="5755"/>
                  <a:pt x="9747" y="5511"/>
                </a:cubicBezTo>
                <a:cubicBezTo>
                  <a:pt x="10093" y="5209"/>
                  <a:pt x="10127" y="4629"/>
                  <a:pt x="9837" y="4294"/>
                </a:cubicBezTo>
                <a:cubicBezTo>
                  <a:pt x="9673" y="4106"/>
                  <a:pt x="9427" y="4010"/>
                  <a:pt x="9181" y="4010"/>
                </a:cubicBezTo>
                <a:cubicBezTo>
                  <a:pt x="9047" y="4010"/>
                  <a:pt x="8914" y="4038"/>
                  <a:pt x="8794" y="4095"/>
                </a:cubicBezTo>
                <a:lnTo>
                  <a:pt x="8794" y="4095"/>
                </a:lnTo>
                <a:cubicBezTo>
                  <a:pt x="8872" y="4029"/>
                  <a:pt x="8937" y="3950"/>
                  <a:pt x="8976" y="3859"/>
                </a:cubicBezTo>
                <a:cubicBezTo>
                  <a:pt x="9043" y="3691"/>
                  <a:pt x="9010" y="3490"/>
                  <a:pt x="8876" y="3378"/>
                </a:cubicBezTo>
                <a:cubicBezTo>
                  <a:pt x="8823" y="3334"/>
                  <a:pt x="8755" y="3313"/>
                  <a:pt x="8687" y="3313"/>
                </a:cubicBezTo>
                <a:cubicBezTo>
                  <a:pt x="8583" y="3313"/>
                  <a:pt x="8481" y="3362"/>
                  <a:pt x="8441" y="3457"/>
                </a:cubicBezTo>
                <a:cubicBezTo>
                  <a:pt x="8519" y="3133"/>
                  <a:pt x="8385" y="2798"/>
                  <a:pt x="8184" y="2530"/>
                </a:cubicBezTo>
                <a:cubicBezTo>
                  <a:pt x="7866" y="2135"/>
                  <a:pt x="7356" y="1898"/>
                  <a:pt x="6843" y="1898"/>
                </a:cubicBezTo>
                <a:cubicBezTo>
                  <a:pt x="6761" y="1898"/>
                  <a:pt x="6680" y="1904"/>
                  <a:pt x="6599" y="1916"/>
                </a:cubicBezTo>
                <a:cubicBezTo>
                  <a:pt x="6018" y="1994"/>
                  <a:pt x="5493" y="2418"/>
                  <a:pt x="5270" y="2966"/>
                </a:cubicBezTo>
                <a:cubicBezTo>
                  <a:pt x="5191" y="2852"/>
                  <a:pt x="5037" y="2799"/>
                  <a:pt x="4877" y="2799"/>
                </a:cubicBezTo>
                <a:cubicBezTo>
                  <a:pt x="4721" y="2799"/>
                  <a:pt x="4560" y="2850"/>
                  <a:pt x="4455" y="2943"/>
                </a:cubicBezTo>
                <a:cubicBezTo>
                  <a:pt x="4500" y="2574"/>
                  <a:pt x="4299" y="2195"/>
                  <a:pt x="3975" y="2016"/>
                </a:cubicBezTo>
                <a:cubicBezTo>
                  <a:pt x="3841" y="1943"/>
                  <a:pt x="3691" y="1907"/>
                  <a:pt x="3539" y="1907"/>
                </a:cubicBezTo>
                <a:cubicBezTo>
                  <a:pt x="3393" y="1907"/>
                  <a:pt x="3245" y="1940"/>
                  <a:pt x="3112" y="2005"/>
                </a:cubicBezTo>
                <a:lnTo>
                  <a:pt x="3112" y="2005"/>
                </a:lnTo>
                <a:cubicBezTo>
                  <a:pt x="3188" y="1924"/>
                  <a:pt x="3229" y="1814"/>
                  <a:pt x="3215" y="1704"/>
                </a:cubicBezTo>
                <a:cubicBezTo>
                  <a:pt x="3205" y="1525"/>
                  <a:pt x="3048" y="1358"/>
                  <a:pt x="2870" y="1336"/>
                </a:cubicBezTo>
                <a:cubicBezTo>
                  <a:pt x="2937" y="1034"/>
                  <a:pt x="2937" y="710"/>
                  <a:pt x="2791" y="431"/>
                </a:cubicBezTo>
                <a:cubicBezTo>
                  <a:pt x="2660" y="188"/>
                  <a:pt x="2391" y="0"/>
                  <a:pt x="2117" y="0"/>
                </a:cubicBezTo>
                <a:close/>
              </a:path>
            </a:pathLst>
          </a:custGeom>
          <a:solidFill>
            <a:srgbClr val="D2F2F9">
              <a:alpha val="768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18" name="Google Shape;818;p28"/>
          <p:cNvGrpSpPr/>
          <p:nvPr/>
        </p:nvGrpSpPr>
        <p:grpSpPr>
          <a:xfrm>
            <a:off x="6102024" y="669074"/>
            <a:ext cx="1186025" cy="1883599"/>
            <a:chOff x="6102024" y="669074"/>
            <a:chExt cx="1186025" cy="1883599"/>
          </a:xfrm>
        </p:grpSpPr>
        <p:sp>
          <p:nvSpPr>
            <p:cNvPr id="819" name="Google Shape;819;p28"/>
            <p:cNvSpPr/>
            <p:nvPr/>
          </p:nvSpPr>
          <p:spPr>
            <a:xfrm>
              <a:off x="6203598" y="669074"/>
              <a:ext cx="343091" cy="131733"/>
            </a:xfrm>
            <a:custGeom>
              <a:avLst/>
              <a:gdLst/>
              <a:ahLst/>
              <a:cxnLst/>
              <a:rect l="l" t="t" r="r" b="b"/>
              <a:pathLst>
                <a:path w="1922" h="738" extrusionOk="0">
                  <a:moveTo>
                    <a:pt x="1" y="0"/>
                  </a:moveTo>
                  <a:lnTo>
                    <a:pt x="1" y="737"/>
                  </a:lnTo>
                  <a:lnTo>
                    <a:pt x="1921" y="737"/>
                  </a:lnTo>
                  <a:lnTo>
                    <a:pt x="1921" y="0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28"/>
            <p:cNvSpPr/>
            <p:nvPr/>
          </p:nvSpPr>
          <p:spPr>
            <a:xfrm>
              <a:off x="6102024" y="826517"/>
              <a:ext cx="342913" cy="129591"/>
            </a:xfrm>
            <a:custGeom>
              <a:avLst/>
              <a:gdLst/>
              <a:ahLst/>
              <a:cxnLst/>
              <a:rect l="l" t="t" r="r" b="b"/>
              <a:pathLst>
                <a:path w="1921" h="726" extrusionOk="0">
                  <a:moveTo>
                    <a:pt x="0" y="1"/>
                  </a:moveTo>
                  <a:lnTo>
                    <a:pt x="0" y="726"/>
                  </a:lnTo>
                  <a:lnTo>
                    <a:pt x="1920" y="726"/>
                  </a:lnTo>
                  <a:lnTo>
                    <a:pt x="1920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28"/>
            <p:cNvSpPr/>
            <p:nvPr/>
          </p:nvSpPr>
          <p:spPr>
            <a:xfrm>
              <a:off x="6945136" y="1569819"/>
              <a:ext cx="342913" cy="129769"/>
            </a:xfrm>
            <a:custGeom>
              <a:avLst/>
              <a:gdLst/>
              <a:ahLst/>
              <a:cxnLst/>
              <a:rect l="l" t="t" r="r" b="b"/>
              <a:pathLst>
                <a:path w="1921" h="727" extrusionOk="0">
                  <a:moveTo>
                    <a:pt x="0" y="1"/>
                  </a:moveTo>
                  <a:lnTo>
                    <a:pt x="0" y="727"/>
                  </a:lnTo>
                  <a:lnTo>
                    <a:pt x="1921" y="727"/>
                  </a:lnTo>
                  <a:lnTo>
                    <a:pt x="1921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28"/>
            <p:cNvSpPr/>
            <p:nvPr/>
          </p:nvSpPr>
          <p:spPr>
            <a:xfrm>
              <a:off x="6843384" y="1725299"/>
              <a:ext cx="342913" cy="131733"/>
            </a:xfrm>
            <a:custGeom>
              <a:avLst/>
              <a:gdLst/>
              <a:ahLst/>
              <a:cxnLst/>
              <a:rect l="l" t="t" r="r" b="b"/>
              <a:pathLst>
                <a:path w="1921" h="738" extrusionOk="0">
                  <a:moveTo>
                    <a:pt x="0" y="1"/>
                  </a:moveTo>
                  <a:lnTo>
                    <a:pt x="0" y="737"/>
                  </a:lnTo>
                  <a:lnTo>
                    <a:pt x="1921" y="737"/>
                  </a:lnTo>
                  <a:lnTo>
                    <a:pt x="1921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28"/>
            <p:cNvSpPr/>
            <p:nvPr/>
          </p:nvSpPr>
          <p:spPr>
            <a:xfrm>
              <a:off x="6496536" y="2265460"/>
              <a:ext cx="343091" cy="131733"/>
            </a:xfrm>
            <a:custGeom>
              <a:avLst/>
              <a:gdLst/>
              <a:ahLst/>
              <a:cxnLst/>
              <a:rect l="l" t="t" r="r" b="b"/>
              <a:pathLst>
                <a:path w="1922" h="738" extrusionOk="0">
                  <a:moveTo>
                    <a:pt x="1" y="1"/>
                  </a:moveTo>
                  <a:lnTo>
                    <a:pt x="1" y="738"/>
                  </a:lnTo>
                  <a:lnTo>
                    <a:pt x="1921" y="738"/>
                  </a:lnTo>
                  <a:lnTo>
                    <a:pt x="1921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28"/>
            <p:cNvSpPr/>
            <p:nvPr/>
          </p:nvSpPr>
          <p:spPr>
            <a:xfrm>
              <a:off x="6127909" y="2265460"/>
              <a:ext cx="342913" cy="131733"/>
            </a:xfrm>
            <a:custGeom>
              <a:avLst/>
              <a:gdLst/>
              <a:ahLst/>
              <a:cxnLst/>
              <a:rect l="l" t="t" r="r" b="b"/>
              <a:pathLst>
                <a:path w="1921" h="738" extrusionOk="0">
                  <a:moveTo>
                    <a:pt x="1" y="1"/>
                  </a:moveTo>
                  <a:lnTo>
                    <a:pt x="1" y="738"/>
                  </a:lnTo>
                  <a:lnTo>
                    <a:pt x="1921" y="738"/>
                  </a:lnTo>
                  <a:lnTo>
                    <a:pt x="1921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28"/>
            <p:cNvSpPr/>
            <p:nvPr/>
          </p:nvSpPr>
          <p:spPr>
            <a:xfrm>
              <a:off x="6394962" y="2422903"/>
              <a:ext cx="343091" cy="129769"/>
            </a:xfrm>
            <a:custGeom>
              <a:avLst/>
              <a:gdLst/>
              <a:ahLst/>
              <a:cxnLst/>
              <a:rect l="l" t="t" r="r" b="b"/>
              <a:pathLst>
                <a:path w="1922" h="727" extrusionOk="0">
                  <a:moveTo>
                    <a:pt x="1" y="0"/>
                  </a:moveTo>
                  <a:lnTo>
                    <a:pt x="1" y="726"/>
                  </a:lnTo>
                  <a:lnTo>
                    <a:pt x="1921" y="726"/>
                  </a:lnTo>
                  <a:lnTo>
                    <a:pt x="1921" y="0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28"/>
            <p:cNvSpPr/>
            <p:nvPr/>
          </p:nvSpPr>
          <p:spPr>
            <a:xfrm>
              <a:off x="6355154" y="2103912"/>
              <a:ext cx="342913" cy="131733"/>
            </a:xfrm>
            <a:custGeom>
              <a:avLst/>
              <a:gdLst/>
              <a:ahLst/>
              <a:cxnLst/>
              <a:rect l="l" t="t" r="r" b="b"/>
              <a:pathLst>
                <a:path w="1921" h="738" extrusionOk="0">
                  <a:moveTo>
                    <a:pt x="0" y="1"/>
                  </a:moveTo>
                  <a:lnTo>
                    <a:pt x="0" y="738"/>
                  </a:lnTo>
                  <a:lnTo>
                    <a:pt x="1921" y="738"/>
                  </a:lnTo>
                  <a:lnTo>
                    <a:pt x="1921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28"/>
            <p:cNvSpPr/>
            <p:nvPr/>
          </p:nvSpPr>
          <p:spPr>
            <a:xfrm>
              <a:off x="6484575" y="826517"/>
              <a:ext cx="343091" cy="129591"/>
            </a:xfrm>
            <a:custGeom>
              <a:avLst/>
              <a:gdLst/>
              <a:ahLst/>
              <a:cxnLst/>
              <a:rect l="l" t="t" r="r" b="b"/>
              <a:pathLst>
                <a:path w="1922" h="726" extrusionOk="0">
                  <a:moveTo>
                    <a:pt x="1" y="1"/>
                  </a:moveTo>
                  <a:lnTo>
                    <a:pt x="1" y="726"/>
                  </a:lnTo>
                  <a:lnTo>
                    <a:pt x="1921" y="726"/>
                  </a:lnTo>
                  <a:lnTo>
                    <a:pt x="1921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4">
    <p:spTree>
      <p:nvGrpSpPr>
        <p:cNvPr id="1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29"/>
          <p:cNvSpPr/>
          <p:nvPr/>
        </p:nvSpPr>
        <p:spPr>
          <a:xfrm>
            <a:off x="434873" y="-47815"/>
            <a:ext cx="7837050" cy="5239133"/>
          </a:xfrm>
          <a:custGeom>
            <a:avLst/>
            <a:gdLst/>
            <a:ahLst/>
            <a:cxnLst/>
            <a:rect l="l" t="t" r="r" b="b"/>
            <a:pathLst>
              <a:path w="25446" h="17011" extrusionOk="0">
                <a:moveTo>
                  <a:pt x="7509" y="0"/>
                </a:moveTo>
                <a:cubicBezTo>
                  <a:pt x="7388" y="0"/>
                  <a:pt x="7267" y="4"/>
                  <a:pt x="7146" y="12"/>
                </a:cubicBezTo>
                <a:cubicBezTo>
                  <a:pt x="4958" y="146"/>
                  <a:pt x="2915" y="1463"/>
                  <a:pt x="1687" y="3283"/>
                </a:cubicBezTo>
                <a:cubicBezTo>
                  <a:pt x="459" y="5103"/>
                  <a:pt x="1" y="7380"/>
                  <a:pt x="157" y="9569"/>
                </a:cubicBezTo>
                <a:cubicBezTo>
                  <a:pt x="269" y="10976"/>
                  <a:pt x="705" y="12483"/>
                  <a:pt x="1854" y="13287"/>
                </a:cubicBezTo>
                <a:cubicBezTo>
                  <a:pt x="2503" y="13738"/>
                  <a:pt x="3274" y="13900"/>
                  <a:pt x="4068" y="13900"/>
                </a:cubicBezTo>
                <a:cubicBezTo>
                  <a:pt x="4668" y="13900"/>
                  <a:pt x="5281" y="13807"/>
                  <a:pt x="5863" y="13677"/>
                </a:cubicBezTo>
                <a:cubicBezTo>
                  <a:pt x="7065" y="13409"/>
                  <a:pt x="8258" y="12999"/>
                  <a:pt x="9483" y="12999"/>
                </a:cubicBezTo>
                <a:cubicBezTo>
                  <a:pt x="9634" y="12999"/>
                  <a:pt x="9785" y="13006"/>
                  <a:pt x="9938" y="13019"/>
                </a:cubicBezTo>
                <a:cubicBezTo>
                  <a:pt x="13120" y="13287"/>
                  <a:pt x="15375" y="16625"/>
                  <a:pt x="18557" y="16982"/>
                </a:cubicBezTo>
                <a:cubicBezTo>
                  <a:pt x="18731" y="17001"/>
                  <a:pt x="18906" y="17011"/>
                  <a:pt x="19080" y="17011"/>
                </a:cubicBezTo>
                <a:cubicBezTo>
                  <a:pt x="20924" y="17011"/>
                  <a:pt x="22724" y="15958"/>
                  <a:pt x="23816" y="14448"/>
                </a:cubicBezTo>
                <a:cubicBezTo>
                  <a:pt x="25010" y="12807"/>
                  <a:pt x="25446" y="10697"/>
                  <a:pt x="25379" y="8665"/>
                </a:cubicBezTo>
                <a:cubicBezTo>
                  <a:pt x="25323" y="7057"/>
                  <a:pt x="24965" y="5438"/>
                  <a:pt x="24084" y="4098"/>
                </a:cubicBezTo>
                <a:cubicBezTo>
                  <a:pt x="23201" y="2758"/>
                  <a:pt x="21750" y="1731"/>
                  <a:pt x="20154" y="1619"/>
                </a:cubicBezTo>
                <a:cubicBezTo>
                  <a:pt x="20039" y="1611"/>
                  <a:pt x="19924" y="1607"/>
                  <a:pt x="19810" y="1607"/>
                </a:cubicBezTo>
                <a:cubicBezTo>
                  <a:pt x="18569" y="1607"/>
                  <a:pt x="17359" y="2069"/>
                  <a:pt x="16112" y="2212"/>
                </a:cubicBezTo>
                <a:cubicBezTo>
                  <a:pt x="15827" y="2246"/>
                  <a:pt x="15538" y="2263"/>
                  <a:pt x="15248" y="2263"/>
                </a:cubicBezTo>
                <a:cubicBezTo>
                  <a:pt x="14505" y="2263"/>
                  <a:pt x="13753" y="2152"/>
                  <a:pt x="13031" y="1944"/>
                </a:cubicBezTo>
                <a:cubicBezTo>
                  <a:pt x="12528" y="1798"/>
                  <a:pt x="12036" y="1609"/>
                  <a:pt x="11557" y="1396"/>
                </a:cubicBezTo>
                <a:cubicBezTo>
                  <a:pt x="11088" y="1173"/>
                  <a:pt x="10664" y="883"/>
                  <a:pt x="10205" y="671"/>
                </a:cubicBezTo>
                <a:cubicBezTo>
                  <a:pt x="10195" y="671"/>
                  <a:pt x="10195" y="659"/>
                  <a:pt x="10183" y="659"/>
                </a:cubicBezTo>
                <a:cubicBezTo>
                  <a:pt x="9893" y="503"/>
                  <a:pt x="9580" y="358"/>
                  <a:pt x="9257" y="257"/>
                </a:cubicBezTo>
                <a:cubicBezTo>
                  <a:pt x="8691" y="90"/>
                  <a:pt x="8102" y="0"/>
                  <a:pt x="7509" y="0"/>
                </a:cubicBezTo>
                <a:close/>
              </a:path>
            </a:pathLst>
          </a:custGeom>
          <a:solidFill>
            <a:srgbClr val="D2F2F9">
              <a:alpha val="768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E0F9FE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lita One"/>
              <a:buNone/>
              <a:defRPr sz="2800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lita One"/>
              <a:buNone/>
              <a:defRPr sz="2800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lita One"/>
              <a:buNone/>
              <a:defRPr sz="2800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lita One"/>
              <a:buNone/>
              <a:defRPr sz="2800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lita One"/>
              <a:buNone/>
              <a:defRPr sz="2800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lita One"/>
              <a:buNone/>
              <a:defRPr sz="2800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lita One"/>
              <a:buNone/>
              <a:defRPr sz="2800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lita One"/>
              <a:buNone/>
              <a:defRPr sz="2800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lita One"/>
              <a:buNone/>
              <a:defRPr sz="2800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marL="457200" lvl="0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Quicksand"/>
              <a:buChar char="●"/>
              <a:defRPr sz="16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L="914400" lvl="1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Quicksand"/>
              <a:buChar char="○"/>
              <a:defRPr sz="16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marL="1371600" lvl="2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Quicksand"/>
              <a:buChar char="■"/>
              <a:defRPr sz="16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marL="1828800" lvl="3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Quicksand"/>
              <a:buChar char="●"/>
              <a:defRPr sz="16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marL="2286000" lvl="4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Quicksand"/>
              <a:buChar char="○"/>
              <a:defRPr sz="16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marL="2743200" lvl="5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Quicksand"/>
              <a:buChar char="■"/>
              <a:defRPr sz="16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marL="3200400" lvl="6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Quicksand"/>
              <a:buChar char="●"/>
              <a:defRPr sz="16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marL="3657600" lvl="7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Quicksand"/>
              <a:buChar char="○"/>
              <a:defRPr sz="16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marL="4114800" lvl="8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Quicksand"/>
              <a:buChar char="■"/>
              <a:defRPr sz="16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8" r:id="rId3"/>
    <p:sldLayoutId id="2147483660" r:id="rId4"/>
    <p:sldLayoutId id="2147483661" r:id="rId5"/>
    <p:sldLayoutId id="2147483673" r:id="rId6"/>
    <p:sldLayoutId id="2147483674" r:id="rId7"/>
    <p:sldLayoutId id="2147483675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33"/>
          <p:cNvSpPr txBox="1">
            <a:spLocks noGrp="1"/>
          </p:cNvSpPr>
          <p:nvPr>
            <p:ph type="subTitle" idx="1"/>
          </p:nvPr>
        </p:nvSpPr>
        <p:spPr>
          <a:xfrm>
            <a:off x="1406189" y="3705664"/>
            <a:ext cx="6197977" cy="2373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Salary Estimation using K- Nearest Neighbor</a:t>
            </a:r>
          </a:p>
        </p:txBody>
      </p:sp>
      <p:sp>
        <p:nvSpPr>
          <p:cNvPr id="905" name="Google Shape;905;p33"/>
          <p:cNvSpPr/>
          <p:nvPr/>
        </p:nvSpPr>
        <p:spPr>
          <a:xfrm>
            <a:off x="1252023" y="1683338"/>
            <a:ext cx="6506307" cy="846600"/>
          </a:xfrm>
          <a:custGeom>
            <a:avLst/>
            <a:gdLst/>
            <a:ahLst/>
            <a:cxnLst/>
            <a:rect l="l" t="t" r="r" b="b"/>
            <a:pathLst>
              <a:path w="9413" h="2966" extrusionOk="0">
                <a:moveTo>
                  <a:pt x="6710" y="1"/>
                </a:moveTo>
                <a:cubicBezTo>
                  <a:pt x="4014" y="1"/>
                  <a:pt x="79" y="105"/>
                  <a:pt x="79" y="105"/>
                </a:cubicBezTo>
                <a:cubicBezTo>
                  <a:pt x="79" y="105"/>
                  <a:pt x="0" y="2372"/>
                  <a:pt x="134" y="2628"/>
                </a:cubicBezTo>
                <a:cubicBezTo>
                  <a:pt x="236" y="2823"/>
                  <a:pt x="5331" y="2966"/>
                  <a:pt x="7866" y="2966"/>
                </a:cubicBezTo>
                <a:cubicBezTo>
                  <a:pt x="8681" y="2966"/>
                  <a:pt x="9232" y="2951"/>
                  <a:pt x="9267" y="2918"/>
                </a:cubicBezTo>
                <a:cubicBezTo>
                  <a:pt x="9413" y="2774"/>
                  <a:pt x="9368" y="295"/>
                  <a:pt x="9178" y="105"/>
                </a:cubicBezTo>
                <a:cubicBezTo>
                  <a:pt x="9096" y="27"/>
                  <a:pt x="8058" y="1"/>
                  <a:pt x="671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6" name="Google Shape;906;p33"/>
          <p:cNvSpPr txBox="1">
            <a:spLocks noGrp="1"/>
          </p:cNvSpPr>
          <p:nvPr>
            <p:ph type="ctrTitle"/>
          </p:nvPr>
        </p:nvSpPr>
        <p:spPr>
          <a:xfrm>
            <a:off x="1511195" y="1755748"/>
            <a:ext cx="6121610" cy="70178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100" dirty="0">
                <a:solidFill>
                  <a:srgbClr val="FFFFFF"/>
                </a:solidFill>
              </a:rPr>
              <a:t>MACHINE LEARNING</a:t>
            </a:r>
            <a:r>
              <a:rPr lang="en" dirty="0">
                <a:solidFill>
                  <a:schemeClr val="lt2"/>
                </a:solidFill>
              </a:rPr>
              <a:t> </a:t>
            </a:r>
            <a:endParaRPr sz="13100" dirty="0"/>
          </a:p>
        </p:txBody>
      </p:sp>
      <p:sp>
        <p:nvSpPr>
          <p:cNvPr id="907" name="Google Shape;907;p33"/>
          <p:cNvSpPr txBox="1">
            <a:spLocks noGrp="1"/>
          </p:cNvSpPr>
          <p:nvPr>
            <p:ph type="ctrTitle" idx="2"/>
          </p:nvPr>
        </p:nvSpPr>
        <p:spPr>
          <a:xfrm>
            <a:off x="3271023" y="2602348"/>
            <a:ext cx="2601953" cy="70702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MASTER CLASS</a:t>
            </a:r>
            <a:endParaRPr sz="2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F731593-B1D5-E2BB-DF7C-AC8392B2788C}"/>
              </a:ext>
            </a:extLst>
          </p:cNvPr>
          <p:cNvSpPr txBox="1"/>
          <p:nvPr/>
        </p:nvSpPr>
        <p:spPr>
          <a:xfrm>
            <a:off x="2747595" y="766445"/>
            <a:ext cx="3648808" cy="877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" sz="5100" b="0" i="0" u="none" strike="noStrike" kern="0" cap="none" spc="0" normalizeH="0" baseline="0" noProof="0" dirty="0">
                <a:ln>
                  <a:noFill/>
                </a:ln>
                <a:solidFill>
                  <a:srgbClr val="00A1BC"/>
                </a:solidFill>
                <a:effectLst/>
                <a:uLnTx/>
                <a:uFillTx/>
                <a:latin typeface="Lilita One"/>
                <a:sym typeface="Lilita One"/>
              </a:rPr>
              <a:t>DAY – </a:t>
            </a:r>
            <a:r>
              <a:rPr kumimoji="0" lang="en" sz="5100" b="0" i="0" u="none" strike="noStrike" kern="0" cap="none" spc="0" normalizeH="0" baseline="0" noProof="0" dirty="0">
                <a:ln>
                  <a:noFill/>
                </a:ln>
                <a:solidFill>
                  <a:srgbClr val="D82F2B"/>
                </a:solidFill>
                <a:effectLst/>
                <a:uLnTx/>
                <a:uFillTx/>
                <a:latin typeface="Lilita One"/>
                <a:sym typeface="Lilita One"/>
              </a:rPr>
              <a:t>4</a:t>
            </a:r>
            <a:r>
              <a:rPr kumimoji="0" lang="en" sz="5100" b="0" i="0" u="none" strike="noStrike" kern="0" cap="none" spc="0" normalizeH="0" baseline="0" noProof="0" dirty="0">
                <a:ln>
                  <a:noFill/>
                </a:ln>
                <a:solidFill>
                  <a:srgbClr val="00A1BC"/>
                </a:solidFill>
                <a:effectLst/>
                <a:uLnTx/>
                <a:uFillTx/>
                <a:latin typeface="Lilita One"/>
                <a:sym typeface="Lilita One"/>
              </a:rPr>
              <a:t>/30</a:t>
            </a:r>
            <a:endParaRPr lang="en-IN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323EBEB-1A9F-09C7-91B8-A8A13402D9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5095" y="238220"/>
            <a:ext cx="1455944" cy="33598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6B380EB-6B20-AF45-32D9-DBF7B3AF664E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8F8F8"/>
              </a:clrFrom>
              <a:clrTo>
                <a:srgbClr val="F8F8F8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148414" cy="114841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1" name="Google Shape;1251;p38"/>
          <p:cNvSpPr/>
          <p:nvPr/>
        </p:nvSpPr>
        <p:spPr>
          <a:xfrm>
            <a:off x="4212710" y="1976512"/>
            <a:ext cx="4321487" cy="1936892"/>
          </a:xfrm>
          <a:custGeom>
            <a:avLst/>
            <a:gdLst/>
            <a:ahLst/>
            <a:cxnLst/>
            <a:rect l="l" t="t" r="r" b="b"/>
            <a:pathLst>
              <a:path w="9413" h="2966" extrusionOk="0">
                <a:moveTo>
                  <a:pt x="6710" y="1"/>
                </a:moveTo>
                <a:cubicBezTo>
                  <a:pt x="4014" y="1"/>
                  <a:pt x="79" y="105"/>
                  <a:pt x="79" y="105"/>
                </a:cubicBezTo>
                <a:cubicBezTo>
                  <a:pt x="79" y="105"/>
                  <a:pt x="0" y="2372"/>
                  <a:pt x="134" y="2628"/>
                </a:cubicBezTo>
                <a:cubicBezTo>
                  <a:pt x="236" y="2823"/>
                  <a:pt x="5331" y="2966"/>
                  <a:pt x="7866" y="2966"/>
                </a:cubicBezTo>
                <a:cubicBezTo>
                  <a:pt x="8681" y="2966"/>
                  <a:pt x="9232" y="2951"/>
                  <a:pt x="9267" y="2918"/>
                </a:cubicBezTo>
                <a:cubicBezTo>
                  <a:pt x="9413" y="2774"/>
                  <a:pt x="9368" y="295"/>
                  <a:pt x="9178" y="105"/>
                </a:cubicBezTo>
                <a:cubicBezTo>
                  <a:pt x="9096" y="27"/>
                  <a:pt x="8058" y="1"/>
                  <a:pt x="671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2" name="Google Shape;1252;p38"/>
          <p:cNvSpPr txBox="1">
            <a:spLocks noGrp="1"/>
          </p:cNvSpPr>
          <p:nvPr>
            <p:ph type="title"/>
          </p:nvPr>
        </p:nvSpPr>
        <p:spPr>
          <a:xfrm>
            <a:off x="4343994" y="2571750"/>
            <a:ext cx="4029600" cy="5958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Salary Estimation using K- Nearest Neighbor</a:t>
            </a:r>
          </a:p>
        </p:txBody>
      </p:sp>
      <p:sp>
        <p:nvSpPr>
          <p:cNvPr id="1253" name="Google Shape;1253;p38"/>
          <p:cNvSpPr txBox="1">
            <a:spLocks noGrp="1"/>
          </p:cNvSpPr>
          <p:nvPr>
            <p:ph type="subTitle" idx="1"/>
          </p:nvPr>
        </p:nvSpPr>
        <p:spPr>
          <a:xfrm>
            <a:off x="5876546" y="4096231"/>
            <a:ext cx="964495" cy="412411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dirty="0"/>
              <a:t>Concept</a:t>
            </a:r>
          </a:p>
        </p:txBody>
      </p:sp>
      <p:sp>
        <p:nvSpPr>
          <p:cNvPr id="1254" name="Google Shape;1254;p38"/>
          <p:cNvSpPr txBox="1">
            <a:spLocks noGrp="1"/>
          </p:cNvSpPr>
          <p:nvPr>
            <p:ph type="title" idx="2"/>
          </p:nvPr>
        </p:nvSpPr>
        <p:spPr>
          <a:xfrm>
            <a:off x="4310890" y="708291"/>
            <a:ext cx="3750900" cy="15108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1307" name="Google Shape;1307;p38"/>
          <p:cNvSpPr/>
          <p:nvPr/>
        </p:nvSpPr>
        <p:spPr>
          <a:xfrm>
            <a:off x="6712315" y="426364"/>
            <a:ext cx="1069966" cy="474368"/>
          </a:xfrm>
          <a:custGeom>
            <a:avLst/>
            <a:gdLst/>
            <a:ahLst/>
            <a:cxnLst/>
            <a:rect l="l" t="t" r="r" b="b"/>
            <a:pathLst>
              <a:path w="5774" h="2560" extrusionOk="0">
                <a:moveTo>
                  <a:pt x="5036" y="1"/>
                </a:moveTo>
                <a:cubicBezTo>
                  <a:pt x="4914" y="1"/>
                  <a:pt x="4794" y="32"/>
                  <a:pt x="4679" y="81"/>
                </a:cubicBezTo>
                <a:cubicBezTo>
                  <a:pt x="4367" y="215"/>
                  <a:pt x="4065" y="483"/>
                  <a:pt x="3965" y="806"/>
                </a:cubicBezTo>
                <a:cubicBezTo>
                  <a:pt x="3987" y="650"/>
                  <a:pt x="3875" y="494"/>
                  <a:pt x="3730" y="449"/>
                </a:cubicBezTo>
                <a:cubicBezTo>
                  <a:pt x="3692" y="437"/>
                  <a:pt x="3652" y="432"/>
                  <a:pt x="3612" y="432"/>
                </a:cubicBezTo>
                <a:cubicBezTo>
                  <a:pt x="3501" y="432"/>
                  <a:pt x="3388" y="475"/>
                  <a:pt x="3306" y="550"/>
                </a:cubicBezTo>
                <a:cubicBezTo>
                  <a:pt x="3183" y="650"/>
                  <a:pt x="3105" y="795"/>
                  <a:pt x="3072" y="940"/>
                </a:cubicBezTo>
                <a:cubicBezTo>
                  <a:pt x="2881" y="538"/>
                  <a:pt x="2558" y="181"/>
                  <a:pt x="2134" y="47"/>
                </a:cubicBezTo>
                <a:cubicBezTo>
                  <a:pt x="2032" y="19"/>
                  <a:pt x="1927" y="5"/>
                  <a:pt x="1822" y="5"/>
                </a:cubicBezTo>
                <a:cubicBezTo>
                  <a:pt x="1475" y="5"/>
                  <a:pt x="1132" y="158"/>
                  <a:pt x="961" y="449"/>
                </a:cubicBezTo>
                <a:cubicBezTo>
                  <a:pt x="715" y="851"/>
                  <a:pt x="827" y="1376"/>
                  <a:pt x="995" y="1811"/>
                </a:cubicBezTo>
                <a:cubicBezTo>
                  <a:pt x="888" y="1668"/>
                  <a:pt x="724" y="1583"/>
                  <a:pt x="554" y="1583"/>
                </a:cubicBezTo>
                <a:cubicBezTo>
                  <a:pt x="511" y="1583"/>
                  <a:pt x="468" y="1588"/>
                  <a:pt x="425" y="1599"/>
                </a:cubicBezTo>
                <a:cubicBezTo>
                  <a:pt x="224" y="1644"/>
                  <a:pt x="57" y="1823"/>
                  <a:pt x="23" y="2034"/>
                </a:cubicBezTo>
                <a:cubicBezTo>
                  <a:pt x="1" y="2247"/>
                  <a:pt x="79" y="2470"/>
                  <a:pt x="269" y="2560"/>
                </a:cubicBezTo>
                <a:lnTo>
                  <a:pt x="5639" y="2560"/>
                </a:lnTo>
                <a:cubicBezTo>
                  <a:pt x="5773" y="2403"/>
                  <a:pt x="5740" y="2191"/>
                  <a:pt x="5751" y="1990"/>
                </a:cubicBezTo>
                <a:cubicBezTo>
                  <a:pt x="5751" y="1890"/>
                  <a:pt x="5729" y="1789"/>
                  <a:pt x="5662" y="1722"/>
                </a:cubicBezTo>
                <a:cubicBezTo>
                  <a:pt x="5620" y="1680"/>
                  <a:pt x="5544" y="1647"/>
                  <a:pt x="5478" y="1647"/>
                </a:cubicBezTo>
                <a:cubicBezTo>
                  <a:pt x="5439" y="1647"/>
                  <a:pt x="5403" y="1659"/>
                  <a:pt x="5382" y="1689"/>
                </a:cubicBezTo>
                <a:cubicBezTo>
                  <a:pt x="5516" y="1398"/>
                  <a:pt x="5662" y="1086"/>
                  <a:pt x="5662" y="762"/>
                </a:cubicBezTo>
                <a:cubicBezTo>
                  <a:pt x="5662" y="449"/>
                  <a:pt x="5483" y="92"/>
                  <a:pt x="5171" y="14"/>
                </a:cubicBezTo>
                <a:cubicBezTo>
                  <a:pt x="5125" y="5"/>
                  <a:pt x="5080" y="1"/>
                  <a:pt x="5036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32" name="Picture 8" descr="Remote Access Software for virtual cloud desktops">
            <a:extLst>
              <a:ext uri="{FF2B5EF4-FFF2-40B4-BE49-F238E27FC236}">
                <a16:creationId xmlns:a16="http://schemas.microsoft.com/office/drawing/2014/main" id="{0702074F-7F1E-03FE-A2F8-4789938E71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819" y="1317012"/>
            <a:ext cx="3457378" cy="1850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2" name="Google Shape;1632;p45"/>
          <p:cNvSpPr/>
          <p:nvPr/>
        </p:nvSpPr>
        <p:spPr>
          <a:xfrm>
            <a:off x="843049" y="2031283"/>
            <a:ext cx="4101279" cy="1917121"/>
          </a:xfrm>
          <a:custGeom>
            <a:avLst/>
            <a:gdLst/>
            <a:ahLst/>
            <a:cxnLst/>
            <a:rect l="l" t="t" r="r" b="b"/>
            <a:pathLst>
              <a:path w="9413" h="2966" extrusionOk="0">
                <a:moveTo>
                  <a:pt x="6710" y="1"/>
                </a:moveTo>
                <a:cubicBezTo>
                  <a:pt x="4014" y="1"/>
                  <a:pt x="79" y="105"/>
                  <a:pt x="79" y="105"/>
                </a:cubicBezTo>
                <a:cubicBezTo>
                  <a:pt x="79" y="105"/>
                  <a:pt x="0" y="2372"/>
                  <a:pt x="134" y="2628"/>
                </a:cubicBezTo>
                <a:cubicBezTo>
                  <a:pt x="236" y="2823"/>
                  <a:pt x="5331" y="2966"/>
                  <a:pt x="7866" y="2966"/>
                </a:cubicBezTo>
                <a:cubicBezTo>
                  <a:pt x="8681" y="2966"/>
                  <a:pt x="9232" y="2951"/>
                  <a:pt x="9267" y="2918"/>
                </a:cubicBezTo>
                <a:cubicBezTo>
                  <a:pt x="9413" y="2774"/>
                  <a:pt x="9368" y="295"/>
                  <a:pt x="9178" y="105"/>
                </a:cubicBezTo>
                <a:cubicBezTo>
                  <a:pt x="9096" y="27"/>
                  <a:pt x="8058" y="1"/>
                  <a:pt x="671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3" name="Google Shape;1633;p45"/>
          <p:cNvSpPr txBox="1">
            <a:spLocks noGrp="1"/>
          </p:cNvSpPr>
          <p:nvPr>
            <p:ph type="title"/>
          </p:nvPr>
        </p:nvSpPr>
        <p:spPr>
          <a:xfrm>
            <a:off x="923500" y="2231397"/>
            <a:ext cx="3940378" cy="1516892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Salary Estimation using K- Nearest Neighbor</a:t>
            </a:r>
            <a:endParaRPr dirty="0"/>
          </a:p>
        </p:txBody>
      </p:sp>
      <p:sp>
        <p:nvSpPr>
          <p:cNvPr id="1634" name="Google Shape;1634;p45"/>
          <p:cNvSpPr txBox="1">
            <a:spLocks noGrp="1"/>
          </p:cNvSpPr>
          <p:nvPr>
            <p:ph type="subTitle" idx="1"/>
          </p:nvPr>
        </p:nvSpPr>
        <p:spPr>
          <a:xfrm>
            <a:off x="1325350" y="3932857"/>
            <a:ext cx="2540100" cy="630111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dirty="0"/>
              <a:t>P</a:t>
            </a:r>
            <a:r>
              <a:rPr lang="en-IN" dirty="0" err="1"/>
              <a:t>roject</a:t>
            </a:r>
            <a:endParaRPr lang="en-IN" dirty="0"/>
          </a:p>
        </p:txBody>
      </p:sp>
      <p:sp>
        <p:nvSpPr>
          <p:cNvPr id="1635" name="Google Shape;1635;p45"/>
          <p:cNvSpPr txBox="1">
            <a:spLocks noGrp="1"/>
          </p:cNvSpPr>
          <p:nvPr>
            <p:ph type="title" idx="2"/>
          </p:nvPr>
        </p:nvSpPr>
        <p:spPr>
          <a:xfrm>
            <a:off x="720000" y="804843"/>
            <a:ext cx="3750900" cy="14991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grpSp>
        <p:nvGrpSpPr>
          <p:cNvPr id="1853" name="Google Shape;1853;p45"/>
          <p:cNvGrpSpPr/>
          <p:nvPr/>
        </p:nvGrpSpPr>
        <p:grpSpPr>
          <a:xfrm>
            <a:off x="124750" y="303051"/>
            <a:ext cx="1129299" cy="1318812"/>
            <a:chOff x="124750" y="303051"/>
            <a:chExt cx="1129299" cy="1318812"/>
          </a:xfrm>
        </p:grpSpPr>
        <p:sp>
          <p:nvSpPr>
            <p:cNvPr id="1854" name="Google Shape;1854;p45"/>
            <p:cNvSpPr/>
            <p:nvPr/>
          </p:nvSpPr>
          <p:spPr>
            <a:xfrm>
              <a:off x="124750" y="1147495"/>
              <a:ext cx="1069966" cy="474368"/>
            </a:xfrm>
            <a:custGeom>
              <a:avLst/>
              <a:gdLst/>
              <a:ahLst/>
              <a:cxnLst/>
              <a:rect l="l" t="t" r="r" b="b"/>
              <a:pathLst>
                <a:path w="5774" h="2560" extrusionOk="0">
                  <a:moveTo>
                    <a:pt x="5036" y="1"/>
                  </a:moveTo>
                  <a:cubicBezTo>
                    <a:pt x="4914" y="1"/>
                    <a:pt x="4794" y="32"/>
                    <a:pt x="4679" y="81"/>
                  </a:cubicBezTo>
                  <a:cubicBezTo>
                    <a:pt x="4367" y="215"/>
                    <a:pt x="4065" y="483"/>
                    <a:pt x="3965" y="806"/>
                  </a:cubicBezTo>
                  <a:cubicBezTo>
                    <a:pt x="3987" y="650"/>
                    <a:pt x="3875" y="494"/>
                    <a:pt x="3730" y="449"/>
                  </a:cubicBezTo>
                  <a:cubicBezTo>
                    <a:pt x="3692" y="437"/>
                    <a:pt x="3652" y="432"/>
                    <a:pt x="3612" y="432"/>
                  </a:cubicBezTo>
                  <a:cubicBezTo>
                    <a:pt x="3501" y="432"/>
                    <a:pt x="3388" y="475"/>
                    <a:pt x="3306" y="550"/>
                  </a:cubicBezTo>
                  <a:cubicBezTo>
                    <a:pt x="3183" y="650"/>
                    <a:pt x="3105" y="795"/>
                    <a:pt x="3072" y="940"/>
                  </a:cubicBezTo>
                  <a:cubicBezTo>
                    <a:pt x="2881" y="538"/>
                    <a:pt x="2558" y="181"/>
                    <a:pt x="2134" y="47"/>
                  </a:cubicBezTo>
                  <a:cubicBezTo>
                    <a:pt x="2032" y="19"/>
                    <a:pt x="1927" y="5"/>
                    <a:pt x="1822" y="5"/>
                  </a:cubicBezTo>
                  <a:cubicBezTo>
                    <a:pt x="1475" y="5"/>
                    <a:pt x="1132" y="158"/>
                    <a:pt x="961" y="449"/>
                  </a:cubicBezTo>
                  <a:cubicBezTo>
                    <a:pt x="715" y="851"/>
                    <a:pt x="827" y="1376"/>
                    <a:pt x="995" y="1811"/>
                  </a:cubicBezTo>
                  <a:cubicBezTo>
                    <a:pt x="888" y="1668"/>
                    <a:pt x="724" y="1583"/>
                    <a:pt x="554" y="1583"/>
                  </a:cubicBezTo>
                  <a:cubicBezTo>
                    <a:pt x="511" y="1583"/>
                    <a:pt x="468" y="1588"/>
                    <a:pt x="425" y="1599"/>
                  </a:cubicBezTo>
                  <a:cubicBezTo>
                    <a:pt x="224" y="1644"/>
                    <a:pt x="57" y="1823"/>
                    <a:pt x="23" y="2034"/>
                  </a:cubicBezTo>
                  <a:cubicBezTo>
                    <a:pt x="1" y="2247"/>
                    <a:pt x="79" y="2470"/>
                    <a:pt x="269" y="2560"/>
                  </a:cubicBezTo>
                  <a:lnTo>
                    <a:pt x="5639" y="2560"/>
                  </a:lnTo>
                  <a:cubicBezTo>
                    <a:pt x="5773" y="2403"/>
                    <a:pt x="5740" y="2191"/>
                    <a:pt x="5751" y="1990"/>
                  </a:cubicBezTo>
                  <a:cubicBezTo>
                    <a:pt x="5751" y="1890"/>
                    <a:pt x="5729" y="1789"/>
                    <a:pt x="5662" y="1722"/>
                  </a:cubicBezTo>
                  <a:cubicBezTo>
                    <a:pt x="5620" y="1680"/>
                    <a:pt x="5544" y="1647"/>
                    <a:pt x="5478" y="1647"/>
                  </a:cubicBezTo>
                  <a:cubicBezTo>
                    <a:pt x="5439" y="1647"/>
                    <a:pt x="5403" y="1659"/>
                    <a:pt x="5382" y="1689"/>
                  </a:cubicBezTo>
                  <a:cubicBezTo>
                    <a:pt x="5516" y="1398"/>
                    <a:pt x="5662" y="1086"/>
                    <a:pt x="5662" y="762"/>
                  </a:cubicBezTo>
                  <a:cubicBezTo>
                    <a:pt x="5662" y="449"/>
                    <a:pt x="5483" y="92"/>
                    <a:pt x="5171" y="14"/>
                  </a:cubicBezTo>
                  <a:cubicBezTo>
                    <a:pt x="5125" y="5"/>
                    <a:pt x="5080" y="1"/>
                    <a:pt x="50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5" name="Google Shape;1855;p45"/>
            <p:cNvSpPr/>
            <p:nvPr/>
          </p:nvSpPr>
          <p:spPr>
            <a:xfrm>
              <a:off x="719992" y="303051"/>
              <a:ext cx="534056" cy="177888"/>
            </a:xfrm>
            <a:custGeom>
              <a:avLst/>
              <a:gdLst/>
              <a:ahLst/>
              <a:cxnLst/>
              <a:rect l="l" t="t" r="r" b="b"/>
              <a:pathLst>
                <a:path w="2882" h="960" extrusionOk="0">
                  <a:moveTo>
                    <a:pt x="1337" y="1"/>
                  </a:moveTo>
                  <a:cubicBezTo>
                    <a:pt x="1143" y="1"/>
                    <a:pt x="950" y="55"/>
                    <a:pt x="805" y="178"/>
                  </a:cubicBezTo>
                  <a:cubicBezTo>
                    <a:pt x="704" y="267"/>
                    <a:pt x="637" y="390"/>
                    <a:pt x="592" y="524"/>
                  </a:cubicBezTo>
                  <a:cubicBezTo>
                    <a:pt x="559" y="502"/>
                    <a:pt x="514" y="502"/>
                    <a:pt x="470" y="490"/>
                  </a:cubicBezTo>
                  <a:cubicBezTo>
                    <a:pt x="454" y="489"/>
                    <a:pt x="438" y="488"/>
                    <a:pt x="422" y="488"/>
                  </a:cubicBezTo>
                  <a:cubicBezTo>
                    <a:pt x="304" y="488"/>
                    <a:pt x="190" y="524"/>
                    <a:pt x="101" y="613"/>
                  </a:cubicBezTo>
                  <a:cubicBezTo>
                    <a:pt x="11" y="713"/>
                    <a:pt x="1" y="847"/>
                    <a:pt x="78" y="959"/>
                  </a:cubicBezTo>
                  <a:lnTo>
                    <a:pt x="2725" y="959"/>
                  </a:lnTo>
                  <a:cubicBezTo>
                    <a:pt x="2780" y="904"/>
                    <a:pt x="2836" y="859"/>
                    <a:pt x="2859" y="792"/>
                  </a:cubicBezTo>
                  <a:cubicBezTo>
                    <a:pt x="2881" y="725"/>
                    <a:pt x="2881" y="636"/>
                    <a:pt x="2825" y="579"/>
                  </a:cubicBezTo>
                  <a:cubicBezTo>
                    <a:pt x="2792" y="546"/>
                    <a:pt x="2736" y="535"/>
                    <a:pt x="2691" y="524"/>
                  </a:cubicBezTo>
                  <a:cubicBezTo>
                    <a:pt x="2680" y="523"/>
                    <a:pt x="2669" y="523"/>
                    <a:pt x="2658" y="523"/>
                  </a:cubicBezTo>
                  <a:cubicBezTo>
                    <a:pt x="2502" y="523"/>
                    <a:pt x="2349" y="600"/>
                    <a:pt x="2256" y="725"/>
                  </a:cubicBezTo>
                  <a:cubicBezTo>
                    <a:pt x="2222" y="378"/>
                    <a:pt x="1932" y="122"/>
                    <a:pt x="1597" y="33"/>
                  </a:cubicBezTo>
                  <a:cubicBezTo>
                    <a:pt x="1513" y="12"/>
                    <a:pt x="1425" y="1"/>
                    <a:pt x="13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56" name="Google Shape;1856;p45"/>
          <p:cNvSpPr/>
          <p:nvPr/>
        </p:nvSpPr>
        <p:spPr>
          <a:xfrm>
            <a:off x="4127422" y="1066851"/>
            <a:ext cx="736456" cy="297876"/>
          </a:xfrm>
          <a:custGeom>
            <a:avLst/>
            <a:gdLst/>
            <a:ahLst/>
            <a:cxnLst/>
            <a:rect l="l" t="t" r="r" b="b"/>
            <a:pathLst>
              <a:path w="3350" h="1355" extrusionOk="0">
                <a:moveTo>
                  <a:pt x="2166" y="1"/>
                </a:moveTo>
                <a:cubicBezTo>
                  <a:pt x="2043" y="1"/>
                  <a:pt x="1918" y="17"/>
                  <a:pt x="1798" y="48"/>
                </a:cubicBezTo>
                <a:cubicBezTo>
                  <a:pt x="1340" y="171"/>
                  <a:pt x="916" y="539"/>
                  <a:pt x="883" y="1019"/>
                </a:cubicBezTo>
                <a:cubicBezTo>
                  <a:pt x="765" y="852"/>
                  <a:pt x="560" y="745"/>
                  <a:pt x="353" y="745"/>
                </a:cubicBezTo>
                <a:cubicBezTo>
                  <a:pt x="325" y="745"/>
                  <a:pt x="296" y="747"/>
                  <a:pt x="268" y="751"/>
                </a:cubicBezTo>
                <a:cubicBezTo>
                  <a:pt x="201" y="751"/>
                  <a:pt x="123" y="774"/>
                  <a:pt x="79" y="829"/>
                </a:cubicBezTo>
                <a:cubicBezTo>
                  <a:pt x="12" y="896"/>
                  <a:pt x="0" y="1019"/>
                  <a:pt x="34" y="1109"/>
                </a:cubicBezTo>
                <a:cubicBezTo>
                  <a:pt x="67" y="1209"/>
                  <a:pt x="146" y="1276"/>
                  <a:pt x="213" y="1354"/>
                </a:cubicBezTo>
                <a:lnTo>
                  <a:pt x="3138" y="1354"/>
                </a:lnTo>
                <a:cubicBezTo>
                  <a:pt x="3350" y="1030"/>
                  <a:pt x="3216" y="517"/>
                  <a:pt x="2915" y="260"/>
                </a:cubicBezTo>
                <a:cubicBezTo>
                  <a:pt x="2714" y="82"/>
                  <a:pt x="2443" y="1"/>
                  <a:pt x="2166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Oval 230" descr="Brian Cox presents Science Matters: Machine learning and artificial  intelligence - Robohub">
            <a:extLst>
              <a:ext uri="{FF2B5EF4-FFF2-40B4-BE49-F238E27FC236}">
                <a16:creationId xmlns:a16="http://schemas.microsoft.com/office/drawing/2014/main" id="{B220AB07-7CF8-2F6A-3B81-4307CFFC1297}"/>
              </a:ext>
            </a:extLst>
          </p:cNvPr>
          <p:cNvSpPr/>
          <p:nvPr/>
        </p:nvSpPr>
        <p:spPr>
          <a:xfrm>
            <a:off x="5247652" y="1147495"/>
            <a:ext cx="3109112" cy="2872598"/>
          </a:xfrm>
          <a:prstGeom prst="ellipse">
            <a:avLst/>
          </a:prstGeom>
          <a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26000" r="-26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Google Shape;1199;p37"/>
          <p:cNvSpPr/>
          <p:nvPr/>
        </p:nvSpPr>
        <p:spPr>
          <a:xfrm rot="10800000" flipH="1">
            <a:off x="2656600" y="2582557"/>
            <a:ext cx="3962249" cy="528623"/>
          </a:xfrm>
          <a:custGeom>
            <a:avLst/>
            <a:gdLst/>
            <a:ahLst/>
            <a:cxnLst/>
            <a:rect l="l" t="t" r="r" b="b"/>
            <a:pathLst>
              <a:path w="9413" h="2966" extrusionOk="0">
                <a:moveTo>
                  <a:pt x="6710" y="1"/>
                </a:moveTo>
                <a:cubicBezTo>
                  <a:pt x="4014" y="1"/>
                  <a:pt x="79" y="105"/>
                  <a:pt x="79" y="105"/>
                </a:cubicBezTo>
                <a:cubicBezTo>
                  <a:pt x="79" y="105"/>
                  <a:pt x="0" y="2372"/>
                  <a:pt x="134" y="2628"/>
                </a:cubicBezTo>
                <a:cubicBezTo>
                  <a:pt x="236" y="2823"/>
                  <a:pt x="5331" y="2966"/>
                  <a:pt x="7866" y="2966"/>
                </a:cubicBezTo>
                <a:cubicBezTo>
                  <a:pt x="8681" y="2966"/>
                  <a:pt x="9232" y="2951"/>
                  <a:pt x="9267" y="2918"/>
                </a:cubicBezTo>
                <a:cubicBezTo>
                  <a:pt x="9413" y="2774"/>
                  <a:pt x="9368" y="295"/>
                  <a:pt x="9178" y="105"/>
                </a:cubicBezTo>
                <a:cubicBezTo>
                  <a:pt x="9096" y="27"/>
                  <a:pt x="8058" y="1"/>
                  <a:pt x="671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0" name="Google Shape;1200;p37"/>
          <p:cNvSpPr txBox="1">
            <a:spLocks noGrp="1"/>
          </p:cNvSpPr>
          <p:nvPr>
            <p:ph type="subTitle" idx="1"/>
          </p:nvPr>
        </p:nvSpPr>
        <p:spPr>
          <a:xfrm>
            <a:off x="1232160" y="1311624"/>
            <a:ext cx="6679680" cy="528624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IN" sz="3200" b="1" dirty="0"/>
              <a:t>Eat that Frog</a:t>
            </a:r>
          </a:p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IN" sz="3200" b="1" dirty="0"/>
              <a:t>-Brian Tracy</a:t>
            </a:r>
          </a:p>
        </p:txBody>
      </p:sp>
      <p:sp>
        <p:nvSpPr>
          <p:cNvPr id="1201" name="Google Shape;1201;p37"/>
          <p:cNvSpPr txBox="1">
            <a:spLocks noGrp="1"/>
          </p:cNvSpPr>
          <p:nvPr>
            <p:ph type="subTitle" idx="2"/>
          </p:nvPr>
        </p:nvSpPr>
        <p:spPr>
          <a:xfrm>
            <a:off x="2945425" y="2695181"/>
            <a:ext cx="3427240" cy="2979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dirty="0"/>
              <a:t>🧠Book Suggestion💡</a:t>
            </a:r>
            <a:endParaRPr dirty="0"/>
          </a:p>
        </p:txBody>
      </p:sp>
      <p:sp>
        <p:nvSpPr>
          <p:cNvPr id="1202" name="Google Shape;1202;p37"/>
          <p:cNvSpPr/>
          <p:nvPr/>
        </p:nvSpPr>
        <p:spPr>
          <a:xfrm>
            <a:off x="4712875" y="724632"/>
            <a:ext cx="1069966" cy="474368"/>
          </a:xfrm>
          <a:custGeom>
            <a:avLst/>
            <a:gdLst/>
            <a:ahLst/>
            <a:cxnLst/>
            <a:rect l="l" t="t" r="r" b="b"/>
            <a:pathLst>
              <a:path w="5774" h="2560" extrusionOk="0">
                <a:moveTo>
                  <a:pt x="5036" y="1"/>
                </a:moveTo>
                <a:cubicBezTo>
                  <a:pt x="4914" y="1"/>
                  <a:pt x="4794" y="32"/>
                  <a:pt x="4679" y="81"/>
                </a:cubicBezTo>
                <a:cubicBezTo>
                  <a:pt x="4367" y="215"/>
                  <a:pt x="4065" y="483"/>
                  <a:pt x="3965" y="806"/>
                </a:cubicBezTo>
                <a:cubicBezTo>
                  <a:pt x="3987" y="650"/>
                  <a:pt x="3875" y="494"/>
                  <a:pt x="3730" y="449"/>
                </a:cubicBezTo>
                <a:cubicBezTo>
                  <a:pt x="3692" y="437"/>
                  <a:pt x="3652" y="432"/>
                  <a:pt x="3612" y="432"/>
                </a:cubicBezTo>
                <a:cubicBezTo>
                  <a:pt x="3501" y="432"/>
                  <a:pt x="3388" y="475"/>
                  <a:pt x="3306" y="550"/>
                </a:cubicBezTo>
                <a:cubicBezTo>
                  <a:pt x="3183" y="650"/>
                  <a:pt x="3105" y="795"/>
                  <a:pt x="3072" y="940"/>
                </a:cubicBezTo>
                <a:cubicBezTo>
                  <a:pt x="2881" y="538"/>
                  <a:pt x="2558" y="181"/>
                  <a:pt x="2134" y="47"/>
                </a:cubicBezTo>
                <a:cubicBezTo>
                  <a:pt x="2032" y="19"/>
                  <a:pt x="1927" y="5"/>
                  <a:pt x="1822" y="5"/>
                </a:cubicBezTo>
                <a:cubicBezTo>
                  <a:pt x="1475" y="5"/>
                  <a:pt x="1132" y="158"/>
                  <a:pt x="961" y="449"/>
                </a:cubicBezTo>
                <a:cubicBezTo>
                  <a:pt x="715" y="851"/>
                  <a:pt x="827" y="1376"/>
                  <a:pt x="995" y="1811"/>
                </a:cubicBezTo>
                <a:cubicBezTo>
                  <a:pt x="888" y="1668"/>
                  <a:pt x="724" y="1583"/>
                  <a:pt x="554" y="1583"/>
                </a:cubicBezTo>
                <a:cubicBezTo>
                  <a:pt x="511" y="1583"/>
                  <a:pt x="468" y="1588"/>
                  <a:pt x="425" y="1599"/>
                </a:cubicBezTo>
                <a:cubicBezTo>
                  <a:pt x="224" y="1644"/>
                  <a:pt x="57" y="1823"/>
                  <a:pt x="23" y="2034"/>
                </a:cubicBezTo>
                <a:cubicBezTo>
                  <a:pt x="1" y="2247"/>
                  <a:pt x="79" y="2470"/>
                  <a:pt x="269" y="2560"/>
                </a:cubicBezTo>
                <a:lnTo>
                  <a:pt x="5639" y="2560"/>
                </a:lnTo>
                <a:cubicBezTo>
                  <a:pt x="5773" y="2403"/>
                  <a:pt x="5740" y="2191"/>
                  <a:pt x="5751" y="1990"/>
                </a:cubicBezTo>
                <a:cubicBezTo>
                  <a:pt x="5751" y="1890"/>
                  <a:pt x="5729" y="1789"/>
                  <a:pt x="5662" y="1722"/>
                </a:cubicBezTo>
                <a:cubicBezTo>
                  <a:pt x="5620" y="1680"/>
                  <a:pt x="5544" y="1647"/>
                  <a:pt x="5478" y="1647"/>
                </a:cubicBezTo>
                <a:cubicBezTo>
                  <a:pt x="5439" y="1647"/>
                  <a:pt x="5403" y="1659"/>
                  <a:pt x="5382" y="1689"/>
                </a:cubicBezTo>
                <a:cubicBezTo>
                  <a:pt x="5516" y="1398"/>
                  <a:pt x="5662" y="1086"/>
                  <a:pt x="5662" y="762"/>
                </a:cubicBezTo>
                <a:cubicBezTo>
                  <a:pt x="5662" y="449"/>
                  <a:pt x="5483" y="92"/>
                  <a:pt x="5171" y="14"/>
                </a:cubicBezTo>
                <a:cubicBezTo>
                  <a:pt x="5125" y="5"/>
                  <a:pt x="5080" y="1"/>
                  <a:pt x="5036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37116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6" name="Google Shape;3256;p67"/>
          <p:cNvSpPr/>
          <p:nvPr/>
        </p:nvSpPr>
        <p:spPr>
          <a:xfrm>
            <a:off x="579300" y="1887975"/>
            <a:ext cx="4040460" cy="413179"/>
          </a:xfrm>
          <a:custGeom>
            <a:avLst/>
            <a:gdLst/>
            <a:ahLst/>
            <a:cxnLst/>
            <a:rect l="l" t="t" r="r" b="b"/>
            <a:pathLst>
              <a:path w="9413" h="2966" extrusionOk="0">
                <a:moveTo>
                  <a:pt x="6710" y="1"/>
                </a:moveTo>
                <a:cubicBezTo>
                  <a:pt x="4014" y="1"/>
                  <a:pt x="79" y="105"/>
                  <a:pt x="79" y="105"/>
                </a:cubicBezTo>
                <a:cubicBezTo>
                  <a:pt x="79" y="105"/>
                  <a:pt x="0" y="2372"/>
                  <a:pt x="134" y="2628"/>
                </a:cubicBezTo>
                <a:cubicBezTo>
                  <a:pt x="236" y="2823"/>
                  <a:pt x="5331" y="2966"/>
                  <a:pt x="7866" y="2966"/>
                </a:cubicBezTo>
                <a:cubicBezTo>
                  <a:pt x="8681" y="2966"/>
                  <a:pt x="9232" y="2951"/>
                  <a:pt x="9267" y="2918"/>
                </a:cubicBezTo>
                <a:cubicBezTo>
                  <a:pt x="9413" y="2774"/>
                  <a:pt x="9368" y="295"/>
                  <a:pt x="9178" y="105"/>
                </a:cubicBezTo>
                <a:cubicBezTo>
                  <a:pt x="9096" y="27"/>
                  <a:pt x="8058" y="1"/>
                  <a:pt x="671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7" name="Google Shape;3257;p67"/>
          <p:cNvSpPr txBox="1">
            <a:spLocks noGrp="1"/>
          </p:cNvSpPr>
          <p:nvPr>
            <p:ph type="ctrTitle"/>
          </p:nvPr>
        </p:nvSpPr>
        <p:spPr>
          <a:xfrm>
            <a:off x="715300" y="768600"/>
            <a:ext cx="3965700" cy="11262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sp>
        <p:nvSpPr>
          <p:cNvPr id="3258" name="Google Shape;3258;p67"/>
          <p:cNvSpPr txBox="1">
            <a:spLocks noGrp="1"/>
          </p:cNvSpPr>
          <p:nvPr>
            <p:ph type="subTitle" idx="1"/>
          </p:nvPr>
        </p:nvSpPr>
        <p:spPr>
          <a:xfrm>
            <a:off x="720000" y="2425575"/>
            <a:ext cx="3965700" cy="7788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Follow Me on the LinkedIn</a:t>
            </a:r>
          </a:p>
        </p:txBody>
      </p:sp>
      <p:sp>
        <p:nvSpPr>
          <p:cNvPr id="3259" name="Google Shape;3259;p67"/>
          <p:cNvSpPr txBox="1">
            <a:spLocks noGrp="1"/>
          </p:cNvSpPr>
          <p:nvPr>
            <p:ph type="subTitle" idx="2"/>
          </p:nvPr>
        </p:nvSpPr>
        <p:spPr>
          <a:xfrm>
            <a:off x="720000" y="1941450"/>
            <a:ext cx="3965700" cy="359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 YOU HAVE ANY QUESTIONS?</a:t>
            </a:r>
            <a:endParaRPr/>
          </a:p>
        </p:txBody>
      </p:sp>
      <p:grpSp>
        <p:nvGrpSpPr>
          <p:cNvPr id="3540" name="Google Shape;3540;p67"/>
          <p:cNvGrpSpPr/>
          <p:nvPr/>
        </p:nvGrpSpPr>
        <p:grpSpPr>
          <a:xfrm>
            <a:off x="2618394" y="4551260"/>
            <a:ext cx="369882" cy="364325"/>
            <a:chOff x="1190200" y="238125"/>
            <a:chExt cx="5306767" cy="5212083"/>
          </a:xfrm>
        </p:grpSpPr>
        <p:grpSp>
          <p:nvGrpSpPr>
            <p:cNvPr id="3541" name="Google Shape;3541;p67"/>
            <p:cNvGrpSpPr/>
            <p:nvPr/>
          </p:nvGrpSpPr>
          <p:grpSpPr>
            <a:xfrm>
              <a:off x="1190200" y="238125"/>
              <a:ext cx="5212075" cy="5212075"/>
              <a:chOff x="1190200" y="238125"/>
              <a:chExt cx="5212075" cy="5212075"/>
            </a:xfrm>
          </p:grpSpPr>
          <p:sp>
            <p:nvSpPr>
              <p:cNvPr id="3542" name="Google Shape;3542;p67"/>
              <p:cNvSpPr/>
              <p:nvPr/>
            </p:nvSpPr>
            <p:spPr>
              <a:xfrm>
                <a:off x="1190200" y="238125"/>
                <a:ext cx="5212075" cy="5212075"/>
              </a:xfrm>
              <a:custGeom>
                <a:avLst/>
                <a:gdLst/>
                <a:ahLst/>
                <a:cxnLst/>
                <a:rect l="l" t="t" r="r" b="b"/>
                <a:pathLst>
                  <a:path w="208483" h="208483" extrusionOk="0">
                    <a:moveTo>
                      <a:pt x="104241" y="0"/>
                    </a:moveTo>
                    <a:cubicBezTo>
                      <a:pt x="46667" y="0"/>
                      <a:pt x="0" y="46667"/>
                      <a:pt x="0" y="104241"/>
                    </a:cubicBezTo>
                    <a:cubicBezTo>
                      <a:pt x="0" y="161816"/>
                      <a:pt x="46667" y="208483"/>
                      <a:pt x="104241" y="208483"/>
                    </a:cubicBezTo>
                    <a:cubicBezTo>
                      <a:pt x="161816" y="208483"/>
                      <a:pt x="208482" y="161816"/>
                      <a:pt x="208482" y="104241"/>
                    </a:cubicBezTo>
                    <a:cubicBezTo>
                      <a:pt x="208482" y="46667"/>
                      <a:pt x="161816" y="0"/>
                      <a:pt x="10424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3" name="Google Shape;3543;p67"/>
              <p:cNvSpPr/>
              <p:nvPr/>
            </p:nvSpPr>
            <p:spPr>
              <a:xfrm>
                <a:off x="2368338" y="1220419"/>
                <a:ext cx="2856522" cy="3247339"/>
              </a:xfrm>
              <a:custGeom>
                <a:avLst/>
                <a:gdLst/>
                <a:ahLst/>
                <a:cxnLst/>
                <a:rect l="l" t="t" r="r" b="b"/>
                <a:pathLst>
                  <a:path w="130928" h="148841" extrusionOk="0">
                    <a:moveTo>
                      <a:pt x="70184" y="0"/>
                    </a:moveTo>
                    <a:cubicBezTo>
                      <a:pt x="67749" y="0"/>
                      <a:pt x="65781" y="1968"/>
                      <a:pt x="65781" y="4370"/>
                    </a:cubicBezTo>
                    <a:lnTo>
                      <a:pt x="65781" y="100105"/>
                    </a:lnTo>
                    <a:cubicBezTo>
                      <a:pt x="65781" y="106844"/>
                      <a:pt x="61744" y="112915"/>
                      <a:pt x="55507" y="115483"/>
                    </a:cubicBezTo>
                    <a:cubicBezTo>
                      <a:pt x="53445" y="116348"/>
                      <a:pt x="51279" y="116767"/>
                      <a:pt x="49132" y="116767"/>
                    </a:cubicBezTo>
                    <a:cubicBezTo>
                      <a:pt x="44819" y="116767"/>
                      <a:pt x="40578" y="115076"/>
                      <a:pt x="37394" y="111914"/>
                    </a:cubicBezTo>
                    <a:cubicBezTo>
                      <a:pt x="32624" y="107177"/>
                      <a:pt x="31156" y="100039"/>
                      <a:pt x="33691" y="93801"/>
                    </a:cubicBezTo>
                    <a:cubicBezTo>
                      <a:pt x="36260" y="87563"/>
                      <a:pt x="42297" y="83493"/>
                      <a:pt x="49035" y="83460"/>
                    </a:cubicBezTo>
                    <a:cubicBezTo>
                      <a:pt x="51437" y="83460"/>
                      <a:pt x="53405" y="81492"/>
                      <a:pt x="53405" y="79090"/>
                    </a:cubicBezTo>
                    <a:lnTo>
                      <a:pt x="53405" y="55740"/>
                    </a:lnTo>
                    <a:cubicBezTo>
                      <a:pt x="53405" y="53305"/>
                      <a:pt x="51437" y="51370"/>
                      <a:pt x="49035" y="51370"/>
                    </a:cubicBezTo>
                    <a:cubicBezTo>
                      <a:pt x="21983" y="51370"/>
                      <a:pt x="0" y="73253"/>
                      <a:pt x="0" y="100105"/>
                    </a:cubicBezTo>
                    <a:cubicBezTo>
                      <a:pt x="0" y="126991"/>
                      <a:pt x="21949" y="148840"/>
                      <a:pt x="49002" y="148840"/>
                    </a:cubicBezTo>
                    <a:cubicBezTo>
                      <a:pt x="76021" y="148840"/>
                      <a:pt x="98037" y="126991"/>
                      <a:pt x="98037" y="100105"/>
                    </a:cubicBezTo>
                    <a:lnTo>
                      <a:pt x="98037" y="57742"/>
                    </a:lnTo>
                    <a:cubicBezTo>
                      <a:pt x="106751" y="62347"/>
                      <a:pt x="116484" y="64780"/>
                      <a:pt x="126356" y="64780"/>
                    </a:cubicBezTo>
                    <a:cubicBezTo>
                      <a:pt x="126423" y="64780"/>
                      <a:pt x="126490" y="64780"/>
                      <a:pt x="126557" y="64780"/>
                    </a:cubicBezTo>
                    <a:cubicBezTo>
                      <a:pt x="128959" y="64780"/>
                      <a:pt x="130927" y="62812"/>
                      <a:pt x="130927" y="60410"/>
                    </a:cubicBezTo>
                    <a:lnTo>
                      <a:pt x="130927" y="37094"/>
                    </a:lnTo>
                    <a:cubicBezTo>
                      <a:pt x="130927" y="34658"/>
                      <a:pt x="128959" y="32724"/>
                      <a:pt x="126557" y="32724"/>
                    </a:cubicBezTo>
                    <a:cubicBezTo>
                      <a:pt x="110813" y="32724"/>
                      <a:pt x="98037" y="19981"/>
                      <a:pt x="98037" y="4370"/>
                    </a:cubicBezTo>
                    <a:cubicBezTo>
                      <a:pt x="98037" y="1968"/>
                      <a:pt x="96069" y="0"/>
                      <a:pt x="9366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544" name="Google Shape;3544;p67"/>
            <p:cNvSpPr/>
            <p:nvPr/>
          </p:nvSpPr>
          <p:spPr>
            <a:xfrm>
              <a:off x="3459822" y="238126"/>
              <a:ext cx="3037144" cy="5212082"/>
            </a:xfrm>
            <a:custGeom>
              <a:avLst/>
              <a:gdLst/>
              <a:ahLst/>
              <a:cxnLst/>
              <a:rect l="l" t="t" r="r" b="b"/>
              <a:pathLst>
                <a:path w="7926" h="13602" extrusionOk="0">
                  <a:moveTo>
                    <a:pt x="881" y="0"/>
                  </a:moveTo>
                  <a:cubicBezTo>
                    <a:pt x="593" y="0"/>
                    <a:pt x="290" y="15"/>
                    <a:pt x="1" y="58"/>
                  </a:cubicBezTo>
                  <a:cubicBezTo>
                    <a:pt x="3379" y="505"/>
                    <a:pt x="5919" y="3378"/>
                    <a:pt x="5919" y="6799"/>
                  </a:cubicBezTo>
                  <a:cubicBezTo>
                    <a:pt x="5919" y="10220"/>
                    <a:pt x="3379" y="13093"/>
                    <a:pt x="1" y="13541"/>
                  </a:cubicBezTo>
                  <a:cubicBezTo>
                    <a:pt x="306" y="13581"/>
                    <a:pt x="610" y="13601"/>
                    <a:pt x="909" y="13601"/>
                  </a:cubicBezTo>
                  <a:cubicBezTo>
                    <a:pt x="4431" y="13601"/>
                    <a:pt x="7440" y="10865"/>
                    <a:pt x="7666" y="7247"/>
                  </a:cubicBezTo>
                  <a:cubicBezTo>
                    <a:pt x="7926" y="3320"/>
                    <a:pt x="4822" y="0"/>
                    <a:pt x="88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45" name="Google Shape;3545;p67"/>
          <p:cNvGrpSpPr/>
          <p:nvPr/>
        </p:nvGrpSpPr>
        <p:grpSpPr>
          <a:xfrm>
            <a:off x="1721170" y="4555294"/>
            <a:ext cx="363314" cy="356576"/>
            <a:chOff x="3763184" y="3817357"/>
            <a:chExt cx="363314" cy="356576"/>
          </a:xfrm>
        </p:grpSpPr>
        <p:sp>
          <p:nvSpPr>
            <p:cNvPr id="3546" name="Google Shape;3546;p67"/>
            <p:cNvSpPr/>
            <p:nvPr/>
          </p:nvSpPr>
          <p:spPr>
            <a:xfrm>
              <a:off x="3763184" y="3817357"/>
              <a:ext cx="356865" cy="356498"/>
            </a:xfrm>
            <a:custGeom>
              <a:avLst/>
              <a:gdLst/>
              <a:ahLst/>
              <a:cxnLst/>
              <a:rect l="l" t="t" r="r" b="b"/>
              <a:pathLst>
                <a:path w="13613" h="13599" extrusionOk="0">
                  <a:moveTo>
                    <a:pt x="6814" y="0"/>
                  </a:moveTo>
                  <a:cubicBezTo>
                    <a:pt x="3046" y="0"/>
                    <a:pt x="0" y="3046"/>
                    <a:pt x="0" y="6799"/>
                  </a:cubicBezTo>
                  <a:cubicBezTo>
                    <a:pt x="0" y="10552"/>
                    <a:pt x="3046" y="13598"/>
                    <a:pt x="6814" y="13598"/>
                  </a:cubicBezTo>
                  <a:cubicBezTo>
                    <a:pt x="10567" y="13598"/>
                    <a:pt x="13613" y="10552"/>
                    <a:pt x="13613" y="6799"/>
                  </a:cubicBezTo>
                  <a:cubicBezTo>
                    <a:pt x="13613" y="3046"/>
                    <a:pt x="10567" y="0"/>
                    <a:pt x="681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7" name="Google Shape;3547;p67"/>
            <p:cNvSpPr/>
            <p:nvPr/>
          </p:nvSpPr>
          <p:spPr>
            <a:xfrm>
              <a:off x="3918324" y="3817357"/>
              <a:ext cx="208173" cy="356576"/>
            </a:xfrm>
            <a:custGeom>
              <a:avLst/>
              <a:gdLst/>
              <a:ahLst/>
              <a:cxnLst/>
              <a:rect l="l" t="t" r="r" b="b"/>
              <a:pathLst>
                <a:path w="7941" h="13602" extrusionOk="0">
                  <a:moveTo>
                    <a:pt x="896" y="0"/>
                  </a:moveTo>
                  <a:cubicBezTo>
                    <a:pt x="593" y="0"/>
                    <a:pt x="304" y="15"/>
                    <a:pt x="1" y="58"/>
                  </a:cubicBezTo>
                  <a:cubicBezTo>
                    <a:pt x="3393" y="505"/>
                    <a:pt x="5919" y="3378"/>
                    <a:pt x="5919" y="6799"/>
                  </a:cubicBezTo>
                  <a:cubicBezTo>
                    <a:pt x="5919" y="10220"/>
                    <a:pt x="3393" y="13093"/>
                    <a:pt x="1" y="13541"/>
                  </a:cubicBezTo>
                  <a:cubicBezTo>
                    <a:pt x="306" y="13581"/>
                    <a:pt x="610" y="13601"/>
                    <a:pt x="909" y="13601"/>
                  </a:cubicBezTo>
                  <a:cubicBezTo>
                    <a:pt x="4431" y="13601"/>
                    <a:pt x="7441" y="10865"/>
                    <a:pt x="7681" y="7247"/>
                  </a:cubicBezTo>
                  <a:cubicBezTo>
                    <a:pt x="7940" y="3320"/>
                    <a:pt x="4822" y="0"/>
                    <a:pt x="8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8" name="Google Shape;3548;p67"/>
            <p:cNvSpPr/>
            <p:nvPr/>
          </p:nvSpPr>
          <p:spPr>
            <a:xfrm>
              <a:off x="3848330" y="3964188"/>
              <a:ext cx="39375" cy="116945"/>
            </a:xfrm>
            <a:custGeom>
              <a:avLst/>
              <a:gdLst/>
              <a:ahLst/>
              <a:cxnLst/>
              <a:rect l="l" t="t" r="r" b="b"/>
              <a:pathLst>
                <a:path w="1502" h="4461" extrusionOk="0">
                  <a:moveTo>
                    <a:pt x="58" y="0"/>
                  </a:moveTo>
                  <a:cubicBezTo>
                    <a:pt x="29" y="0"/>
                    <a:pt x="0" y="29"/>
                    <a:pt x="0" y="58"/>
                  </a:cubicBezTo>
                  <a:lnTo>
                    <a:pt x="0" y="4403"/>
                  </a:lnTo>
                  <a:cubicBezTo>
                    <a:pt x="0" y="4432"/>
                    <a:pt x="29" y="4461"/>
                    <a:pt x="58" y="4461"/>
                  </a:cubicBezTo>
                  <a:lnTo>
                    <a:pt x="1444" y="4461"/>
                  </a:lnTo>
                  <a:cubicBezTo>
                    <a:pt x="1473" y="4461"/>
                    <a:pt x="1502" y="4446"/>
                    <a:pt x="1502" y="4403"/>
                  </a:cubicBezTo>
                  <a:lnTo>
                    <a:pt x="1502" y="58"/>
                  </a:lnTo>
                  <a:cubicBezTo>
                    <a:pt x="1502" y="29"/>
                    <a:pt x="1473" y="0"/>
                    <a:pt x="14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9" name="Google Shape;3549;p67"/>
            <p:cNvSpPr/>
            <p:nvPr/>
          </p:nvSpPr>
          <p:spPr>
            <a:xfrm>
              <a:off x="3832418" y="3894403"/>
              <a:ext cx="55287" cy="47475"/>
            </a:xfrm>
            <a:custGeom>
              <a:avLst/>
              <a:gdLst/>
              <a:ahLst/>
              <a:cxnLst/>
              <a:rect l="l" t="t" r="r" b="b"/>
              <a:pathLst>
                <a:path w="2109" h="1811" extrusionOk="0">
                  <a:moveTo>
                    <a:pt x="1208" y="0"/>
                  </a:moveTo>
                  <a:cubicBezTo>
                    <a:pt x="987" y="0"/>
                    <a:pt x="761" y="83"/>
                    <a:pt x="578" y="266"/>
                  </a:cubicBezTo>
                  <a:cubicBezTo>
                    <a:pt x="1" y="829"/>
                    <a:pt x="405" y="1810"/>
                    <a:pt x="1214" y="1810"/>
                  </a:cubicBezTo>
                  <a:cubicBezTo>
                    <a:pt x="1704" y="1810"/>
                    <a:pt x="2109" y="1406"/>
                    <a:pt x="2109" y="901"/>
                  </a:cubicBezTo>
                  <a:cubicBezTo>
                    <a:pt x="2109" y="355"/>
                    <a:pt x="1668" y="0"/>
                    <a:pt x="120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0" name="Google Shape;3550;p67"/>
            <p:cNvSpPr/>
            <p:nvPr/>
          </p:nvSpPr>
          <p:spPr>
            <a:xfrm>
              <a:off x="3925901" y="3964161"/>
              <a:ext cx="124914" cy="117365"/>
            </a:xfrm>
            <a:custGeom>
              <a:avLst/>
              <a:gdLst/>
              <a:ahLst/>
              <a:cxnLst/>
              <a:rect l="l" t="t" r="r" b="b"/>
              <a:pathLst>
                <a:path w="4765" h="4477" extrusionOk="0">
                  <a:moveTo>
                    <a:pt x="2716" y="1"/>
                  </a:moveTo>
                  <a:cubicBezTo>
                    <a:pt x="2701" y="1"/>
                    <a:pt x="2686" y="1"/>
                    <a:pt x="2671" y="1"/>
                  </a:cubicBezTo>
                  <a:cubicBezTo>
                    <a:pt x="2180" y="1"/>
                    <a:pt x="1718" y="145"/>
                    <a:pt x="1314" y="434"/>
                  </a:cubicBezTo>
                  <a:cubicBezTo>
                    <a:pt x="1304" y="441"/>
                    <a:pt x="1294" y="444"/>
                    <a:pt x="1284" y="444"/>
                  </a:cubicBezTo>
                  <a:cubicBezTo>
                    <a:pt x="1248" y="444"/>
                    <a:pt x="1213" y="410"/>
                    <a:pt x="1213" y="376"/>
                  </a:cubicBezTo>
                  <a:lnTo>
                    <a:pt x="1213" y="59"/>
                  </a:lnTo>
                  <a:cubicBezTo>
                    <a:pt x="1213" y="30"/>
                    <a:pt x="1170" y="1"/>
                    <a:pt x="1141" y="1"/>
                  </a:cubicBezTo>
                  <a:lnTo>
                    <a:pt x="58" y="1"/>
                  </a:lnTo>
                  <a:cubicBezTo>
                    <a:pt x="29" y="1"/>
                    <a:pt x="1" y="30"/>
                    <a:pt x="1" y="59"/>
                  </a:cubicBezTo>
                  <a:lnTo>
                    <a:pt x="1" y="4389"/>
                  </a:lnTo>
                  <a:cubicBezTo>
                    <a:pt x="1" y="4433"/>
                    <a:pt x="29" y="4462"/>
                    <a:pt x="58" y="4462"/>
                  </a:cubicBezTo>
                  <a:lnTo>
                    <a:pt x="1430" y="4462"/>
                  </a:lnTo>
                  <a:cubicBezTo>
                    <a:pt x="1473" y="4462"/>
                    <a:pt x="1502" y="4433"/>
                    <a:pt x="1502" y="4389"/>
                  </a:cubicBezTo>
                  <a:lnTo>
                    <a:pt x="1502" y="2859"/>
                  </a:lnTo>
                  <a:cubicBezTo>
                    <a:pt x="1502" y="2354"/>
                    <a:pt x="1617" y="1502"/>
                    <a:pt x="2382" y="1502"/>
                  </a:cubicBezTo>
                  <a:cubicBezTo>
                    <a:pt x="3133" y="1502"/>
                    <a:pt x="3249" y="2354"/>
                    <a:pt x="3249" y="2859"/>
                  </a:cubicBezTo>
                  <a:lnTo>
                    <a:pt x="3249" y="4404"/>
                  </a:lnTo>
                  <a:cubicBezTo>
                    <a:pt x="3249" y="4433"/>
                    <a:pt x="3277" y="4462"/>
                    <a:pt x="3321" y="4462"/>
                  </a:cubicBezTo>
                  <a:lnTo>
                    <a:pt x="3321" y="4476"/>
                  </a:lnTo>
                  <a:lnTo>
                    <a:pt x="4692" y="4476"/>
                  </a:lnTo>
                  <a:cubicBezTo>
                    <a:pt x="4721" y="4476"/>
                    <a:pt x="4750" y="4433"/>
                    <a:pt x="4750" y="4404"/>
                  </a:cubicBezTo>
                  <a:lnTo>
                    <a:pt x="4750" y="2383"/>
                  </a:lnTo>
                  <a:cubicBezTo>
                    <a:pt x="4764" y="1806"/>
                    <a:pt x="4591" y="1243"/>
                    <a:pt x="4259" y="766"/>
                  </a:cubicBezTo>
                  <a:cubicBezTo>
                    <a:pt x="3893" y="287"/>
                    <a:pt x="3320" y="1"/>
                    <a:pt x="271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51" name="Google Shape;3551;p67"/>
          <p:cNvGrpSpPr/>
          <p:nvPr/>
        </p:nvGrpSpPr>
        <p:grpSpPr>
          <a:xfrm>
            <a:off x="2169971" y="4555294"/>
            <a:ext cx="362947" cy="356576"/>
            <a:chOff x="4211985" y="3817357"/>
            <a:chExt cx="362947" cy="356576"/>
          </a:xfrm>
        </p:grpSpPr>
        <p:sp>
          <p:nvSpPr>
            <p:cNvPr id="3552" name="Google Shape;3552;p67"/>
            <p:cNvSpPr/>
            <p:nvPr/>
          </p:nvSpPr>
          <p:spPr>
            <a:xfrm>
              <a:off x="4211985" y="3817357"/>
              <a:ext cx="356498" cy="356498"/>
            </a:xfrm>
            <a:custGeom>
              <a:avLst/>
              <a:gdLst/>
              <a:ahLst/>
              <a:cxnLst/>
              <a:rect l="l" t="t" r="r" b="b"/>
              <a:pathLst>
                <a:path w="13599" h="13599" extrusionOk="0">
                  <a:moveTo>
                    <a:pt x="6800" y="0"/>
                  </a:moveTo>
                  <a:cubicBezTo>
                    <a:pt x="3047" y="0"/>
                    <a:pt x="1" y="3046"/>
                    <a:pt x="1" y="6799"/>
                  </a:cubicBezTo>
                  <a:cubicBezTo>
                    <a:pt x="1" y="10552"/>
                    <a:pt x="3047" y="13598"/>
                    <a:pt x="6800" y="13598"/>
                  </a:cubicBezTo>
                  <a:cubicBezTo>
                    <a:pt x="10553" y="13598"/>
                    <a:pt x="13599" y="10552"/>
                    <a:pt x="13599" y="6799"/>
                  </a:cubicBezTo>
                  <a:cubicBezTo>
                    <a:pt x="13599" y="3046"/>
                    <a:pt x="10553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3" name="Google Shape;3553;p67"/>
            <p:cNvSpPr/>
            <p:nvPr/>
          </p:nvSpPr>
          <p:spPr>
            <a:xfrm>
              <a:off x="4366758" y="3817357"/>
              <a:ext cx="208173" cy="356576"/>
            </a:xfrm>
            <a:custGeom>
              <a:avLst/>
              <a:gdLst/>
              <a:ahLst/>
              <a:cxnLst/>
              <a:rect l="l" t="t" r="r" b="b"/>
              <a:pathLst>
                <a:path w="7941" h="13602" extrusionOk="0">
                  <a:moveTo>
                    <a:pt x="896" y="0"/>
                  </a:moveTo>
                  <a:cubicBezTo>
                    <a:pt x="593" y="0"/>
                    <a:pt x="304" y="15"/>
                    <a:pt x="1" y="58"/>
                  </a:cubicBezTo>
                  <a:cubicBezTo>
                    <a:pt x="3393" y="505"/>
                    <a:pt x="5919" y="3378"/>
                    <a:pt x="5919" y="6799"/>
                  </a:cubicBezTo>
                  <a:cubicBezTo>
                    <a:pt x="5919" y="10220"/>
                    <a:pt x="3393" y="13093"/>
                    <a:pt x="1" y="13541"/>
                  </a:cubicBezTo>
                  <a:cubicBezTo>
                    <a:pt x="306" y="13581"/>
                    <a:pt x="610" y="13601"/>
                    <a:pt x="909" y="13601"/>
                  </a:cubicBezTo>
                  <a:cubicBezTo>
                    <a:pt x="4431" y="13601"/>
                    <a:pt x="7441" y="10865"/>
                    <a:pt x="7681" y="7247"/>
                  </a:cubicBezTo>
                  <a:cubicBezTo>
                    <a:pt x="7940" y="3320"/>
                    <a:pt x="4822" y="0"/>
                    <a:pt x="8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4" name="Google Shape;3554;p67"/>
            <p:cNvSpPr/>
            <p:nvPr/>
          </p:nvSpPr>
          <p:spPr>
            <a:xfrm>
              <a:off x="4288061" y="3909555"/>
              <a:ext cx="227756" cy="187463"/>
            </a:xfrm>
            <a:custGeom>
              <a:avLst/>
              <a:gdLst/>
              <a:ahLst/>
              <a:cxnLst/>
              <a:rect l="l" t="t" r="r" b="b"/>
              <a:pathLst>
                <a:path w="8688" h="7151" extrusionOk="0">
                  <a:moveTo>
                    <a:pt x="5678" y="0"/>
                  </a:moveTo>
                  <a:cubicBezTo>
                    <a:pt x="4639" y="0"/>
                    <a:pt x="3643" y="810"/>
                    <a:pt x="3652" y="2026"/>
                  </a:cubicBezTo>
                  <a:lnTo>
                    <a:pt x="3652" y="2070"/>
                  </a:lnTo>
                  <a:lnTo>
                    <a:pt x="3551" y="2070"/>
                  </a:lnTo>
                  <a:cubicBezTo>
                    <a:pt x="3219" y="2012"/>
                    <a:pt x="2887" y="1940"/>
                    <a:pt x="2570" y="1839"/>
                  </a:cubicBezTo>
                  <a:cubicBezTo>
                    <a:pt x="1819" y="1579"/>
                    <a:pt x="1155" y="1160"/>
                    <a:pt x="592" y="612"/>
                  </a:cubicBezTo>
                  <a:lnTo>
                    <a:pt x="390" y="410"/>
                  </a:lnTo>
                  <a:cubicBezTo>
                    <a:pt x="375" y="395"/>
                    <a:pt x="358" y="388"/>
                    <a:pt x="342" y="388"/>
                  </a:cubicBezTo>
                  <a:cubicBezTo>
                    <a:pt x="312" y="388"/>
                    <a:pt x="284" y="410"/>
                    <a:pt x="275" y="438"/>
                  </a:cubicBezTo>
                  <a:lnTo>
                    <a:pt x="202" y="727"/>
                  </a:lnTo>
                  <a:cubicBezTo>
                    <a:pt x="0" y="1492"/>
                    <a:pt x="318" y="2301"/>
                    <a:pt x="982" y="2734"/>
                  </a:cubicBezTo>
                  <a:cubicBezTo>
                    <a:pt x="852" y="2734"/>
                    <a:pt x="708" y="2719"/>
                    <a:pt x="578" y="2690"/>
                  </a:cubicBezTo>
                  <a:lnTo>
                    <a:pt x="332" y="2633"/>
                  </a:lnTo>
                  <a:cubicBezTo>
                    <a:pt x="327" y="2631"/>
                    <a:pt x="321" y="2630"/>
                    <a:pt x="315" y="2630"/>
                  </a:cubicBezTo>
                  <a:cubicBezTo>
                    <a:pt x="278" y="2630"/>
                    <a:pt x="246" y="2667"/>
                    <a:pt x="246" y="2705"/>
                  </a:cubicBezTo>
                  <a:lnTo>
                    <a:pt x="289" y="2950"/>
                  </a:lnTo>
                  <a:cubicBezTo>
                    <a:pt x="390" y="3513"/>
                    <a:pt x="751" y="3990"/>
                    <a:pt x="1256" y="4221"/>
                  </a:cubicBezTo>
                  <a:cubicBezTo>
                    <a:pt x="1314" y="4249"/>
                    <a:pt x="1299" y="4336"/>
                    <a:pt x="1242" y="4350"/>
                  </a:cubicBezTo>
                  <a:lnTo>
                    <a:pt x="967" y="4350"/>
                  </a:lnTo>
                  <a:cubicBezTo>
                    <a:pt x="910" y="4365"/>
                    <a:pt x="881" y="4408"/>
                    <a:pt x="910" y="4452"/>
                  </a:cubicBezTo>
                  <a:lnTo>
                    <a:pt x="1040" y="4697"/>
                  </a:lnTo>
                  <a:cubicBezTo>
                    <a:pt x="1314" y="5173"/>
                    <a:pt x="1790" y="5491"/>
                    <a:pt x="2324" y="5563"/>
                  </a:cubicBezTo>
                  <a:cubicBezTo>
                    <a:pt x="2382" y="5577"/>
                    <a:pt x="2397" y="5650"/>
                    <a:pt x="2353" y="5693"/>
                  </a:cubicBezTo>
                  <a:cubicBezTo>
                    <a:pt x="1891" y="6025"/>
                    <a:pt x="1357" y="6256"/>
                    <a:pt x="794" y="6357"/>
                  </a:cubicBezTo>
                  <a:lnTo>
                    <a:pt x="188" y="6458"/>
                  </a:lnTo>
                  <a:cubicBezTo>
                    <a:pt x="116" y="6472"/>
                    <a:pt x="116" y="6559"/>
                    <a:pt x="174" y="6588"/>
                  </a:cubicBezTo>
                  <a:lnTo>
                    <a:pt x="751" y="6804"/>
                  </a:lnTo>
                  <a:cubicBezTo>
                    <a:pt x="1328" y="7035"/>
                    <a:pt x="1949" y="7151"/>
                    <a:pt x="2570" y="7151"/>
                  </a:cubicBezTo>
                  <a:cubicBezTo>
                    <a:pt x="5385" y="7136"/>
                    <a:pt x="7680" y="4870"/>
                    <a:pt x="7694" y="2055"/>
                  </a:cubicBezTo>
                  <a:lnTo>
                    <a:pt x="7694" y="2026"/>
                  </a:lnTo>
                  <a:lnTo>
                    <a:pt x="7694" y="1983"/>
                  </a:lnTo>
                  <a:lnTo>
                    <a:pt x="7694" y="1969"/>
                  </a:lnTo>
                  <a:cubicBezTo>
                    <a:pt x="7896" y="1839"/>
                    <a:pt x="8070" y="1680"/>
                    <a:pt x="8243" y="1507"/>
                  </a:cubicBezTo>
                  <a:lnTo>
                    <a:pt x="8647" y="1088"/>
                  </a:lnTo>
                  <a:cubicBezTo>
                    <a:pt x="8687" y="1048"/>
                    <a:pt x="8653" y="971"/>
                    <a:pt x="8591" y="971"/>
                  </a:cubicBezTo>
                  <a:cubicBezTo>
                    <a:pt x="8586" y="971"/>
                    <a:pt x="8580" y="971"/>
                    <a:pt x="8575" y="973"/>
                  </a:cubicBezTo>
                  <a:lnTo>
                    <a:pt x="8012" y="1117"/>
                  </a:lnTo>
                  <a:lnTo>
                    <a:pt x="7824" y="1146"/>
                  </a:lnTo>
                  <a:cubicBezTo>
                    <a:pt x="7820" y="1147"/>
                    <a:pt x="7816" y="1147"/>
                    <a:pt x="7812" y="1147"/>
                  </a:cubicBezTo>
                  <a:cubicBezTo>
                    <a:pt x="7761" y="1147"/>
                    <a:pt x="7728" y="1070"/>
                    <a:pt x="7781" y="1030"/>
                  </a:cubicBezTo>
                  <a:cubicBezTo>
                    <a:pt x="7839" y="973"/>
                    <a:pt x="7896" y="915"/>
                    <a:pt x="7954" y="857"/>
                  </a:cubicBezTo>
                  <a:lnTo>
                    <a:pt x="8402" y="366"/>
                  </a:lnTo>
                  <a:cubicBezTo>
                    <a:pt x="8439" y="329"/>
                    <a:pt x="8401" y="259"/>
                    <a:pt x="8353" y="259"/>
                  </a:cubicBezTo>
                  <a:cubicBezTo>
                    <a:pt x="8346" y="259"/>
                    <a:pt x="8338" y="261"/>
                    <a:pt x="8330" y="265"/>
                  </a:cubicBezTo>
                  <a:lnTo>
                    <a:pt x="7709" y="467"/>
                  </a:lnTo>
                  <a:cubicBezTo>
                    <a:pt x="7521" y="525"/>
                    <a:pt x="7334" y="583"/>
                    <a:pt x="7131" y="612"/>
                  </a:cubicBezTo>
                  <a:cubicBezTo>
                    <a:pt x="7117" y="612"/>
                    <a:pt x="7088" y="597"/>
                    <a:pt x="7074" y="583"/>
                  </a:cubicBezTo>
                  <a:cubicBezTo>
                    <a:pt x="6667" y="180"/>
                    <a:pt x="6168" y="0"/>
                    <a:pt x="567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55" name="Google Shape;3555;p67"/>
          <p:cNvGrpSpPr/>
          <p:nvPr/>
        </p:nvGrpSpPr>
        <p:grpSpPr>
          <a:xfrm>
            <a:off x="1272737" y="4555294"/>
            <a:ext cx="362920" cy="356865"/>
            <a:chOff x="3314750" y="3817357"/>
            <a:chExt cx="362920" cy="356865"/>
          </a:xfrm>
        </p:grpSpPr>
        <p:grpSp>
          <p:nvGrpSpPr>
            <p:cNvPr id="3556" name="Google Shape;3556;p67"/>
            <p:cNvGrpSpPr/>
            <p:nvPr/>
          </p:nvGrpSpPr>
          <p:grpSpPr>
            <a:xfrm>
              <a:off x="3314750" y="3817357"/>
              <a:ext cx="362920" cy="356865"/>
              <a:chOff x="3314750" y="3817357"/>
              <a:chExt cx="362920" cy="356865"/>
            </a:xfrm>
          </p:grpSpPr>
          <p:sp>
            <p:nvSpPr>
              <p:cNvPr id="3557" name="Google Shape;3557;p67"/>
              <p:cNvSpPr/>
              <p:nvPr/>
            </p:nvSpPr>
            <p:spPr>
              <a:xfrm>
                <a:off x="3314750" y="3817357"/>
                <a:ext cx="356865" cy="356498"/>
              </a:xfrm>
              <a:custGeom>
                <a:avLst/>
                <a:gdLst/>
                <a:ahLst/>
                <a:cxnLst/>
                <a:rect l="l" t="t" r="r" b="b"/>
                <a:pathLst>
                  <a:path w="13613" h="13599" extrusionOk="0">
                    <a:moveTo>
                      <a:pt x="6814" y="0"/>
                    </a:moveTo>
                    <a:cubicBezTo>
                      <a:pt x="3046" y="0"/>
                      <a:pt x="0" y="3046"/>
                      <a:pt x="0" y="6799"/>
                    </a:cubicBezTo>
                    <a:cubicBezTo>
                      <a:pt x="0" y="10552"/>
                      <a:pt x="3046" y="13598"/>
                      <a:pt x="6814" y="13598"/>
                    </a:cubicBezTo>
                    <a:cubicBezTo>
                      <a:pt x="10567" y="13598"/>
                      <a:pt x="13613" y="10552"/>
                      <a:pt x="13613" y="6799"/>
                    </a:cubicBezTo>
                    <a:cubicBezTo>
                      <a:pt x="13613" y="3046"/>
                      <a:pt x="10567" y="0"/>
                      <a:pt x="681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8" name="Google Shape;3558;p67"/>
              <p:cNvSpPr/>
              <p:nvPr/>
            </p:nvSpPr>
            <p:spPr>
              <a:xfrm>
                <a:off x="3469891" y="3817357"/>
                <a:ext cx="207780" cy="356865"/>
              </a:xfrm>
              <a:custGeom>
                <a:avLst/>
                <a:gdLst/>
                <a:ahLst/>
                <a:cxnLst/>
                <a:rect l="l" t="t" r="r" b="b"/>
                <a:pathLst>
                  <a:path w="7926" h="13613" extrusionOk="0">
                    <a:moveTo>
                      <a:pt x="881" y="0"/>
                    </a:moveTo>
                    <a:cubicBezTo>
                      <a:pt x="884" y="0"/>
                      <a:pt x="886" y="0"/>
                      <a:pt x="888" y="0"/>
                    </a:cubicBezTo>
                    <a:lnTo>
                      <a:pt x="888" y="0"/>
                    </a:lnTo>
                    <a:cubicBezTo>
                      <a:pt x="891" y="0"/>
                      <a:pt x="893" y="0"/>
                      <a:pt x="896" y="0"/>
                    </a:cubicBezTo>
                    <a:close/>
                    <a:moveTo>
                      <a:pt x="888" y="0"/>
                    </a:moveTo>
                    <a:lnTo>
                      <a:pt x="888" y="0"/>
                    </a:lnTo>
                    <a:cubicBezTo>
                      <a:pt x="588" y="0"/>
                      <a:pt x="301" y="15"/>
                      <a:pt x="1" y="58"/>
                    </a:cubicBezTo>
                    <a:cubicBezTo>
                      <a:pt x="3393" y="491"/>
                      <a:pt x="5934" y="3378"/>
                      <a:pt x="5934" y="6799"/>
                    </a:cubicBezTo>
                    <a:cubicBezTo>
                      <a:pt x="5934" y="10220"/>
                      <a:pt x="3393" y="13107"/>
                      <a:pt x="1" y="13555"/>
                    </a:cubicBezTo>
                    <a:cubicBezTo>
                      <a:pt x="299" y="13594"/>
                      <a:pt x="595" y="13612"/>
                      <a:pt x="887" y="13612"/>
                    </a:cubicBezTo>
                    <a:cubicBezTo>
                      <a:pt x="4418" y="13612"/>
                      <a:pt x="7441" y="10873"/>
                      <a:pt x="7680" y="7247"/>
                    </a:cubicBezTo>
                    <a:cubicBezTo>
                      <a:pt x="7926" y="3323"/>
                      <a:pt x="4826" y="4"/>
                      <a:pt x="88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559" name="Google Shape;3559;p67"/>
            <p:cNvGrpSpPr/>
            <p:nvPr/>
          </p:nvGrpSpPr>
          <p:grpSpPr>
            <a:xfrm>
              <a:off x="3394986" y="3894612"/>
              <a:ext cx="202339" cy="202323"/>
              <a:chOff x="935197" y="1793977"/>
              <a:chExt cx="256451" cy="256430"/>
            </a:xfrm>
          </p:grpSpPr>
          <p:sp>
            <p:nvSpPr>
              <p:cNvPr id="3560" name="Google Shape;3560;p67"/>
              <p:cNvSpPr/>
              <p:nvPr/>
            </p:nvSpPr>
            <p:spPr>
              <a:xfrm>
                <a:off x="935197" y="1793977"/>
                <a:ext cx="256451" cy="256430"/>
              </a:xfrm>
              <a:custGeom>
                <a:avLst/>
                <a:gdLst/>
                <a:ahLst/>
                <a:cxnLst/>
                <a:rect l="l" t="t" r="r" b="b"/>
                <a:pathLst>
                  <a:path w="12288" h="12287" extrusionOk="0">
                    <a:moveTo>
                      <a:pt x="10053" y="1117"/>
                    </a:moveTo>
                    <a:cubicBezTo>
                      <a:pt x="10669" y="1117"/>
                      <a:pt x="11171" y="1617"/>
                      <a:pt x="11171" y="2233"/>
                    </a:cubicBezTo>
                    <a:cubicBezTo>
                      <a:pt x="11170" y="2850"/>
                      <a:pt x="10669" y="3351"/>
                      <a:pt x="10053" y="3351"/>
                    </a:cubicBezTo>
                    <a:cubicBezTo>
                      <a:pt x="9438" y="3351"/>
                      <a:pt x="8937" y="2850"/>
                      <a:pt x="8937" y="2233"/>
                    </a:cubicBezTo>
                    <a:cubicBezTo>
                      <a:pt x="8937" y="1617"/>
                      <a:pt x="9438" y="1117"/>
                      <a:pt x="10053" y="1117"/>
                    </a:cubicBezTo>
                    <a:close/>
                    <a:moveTo>
                      <a:pt x="6144" y="2233"/>
                    </a:moveTo>
                    <a:cubicBezTo>
                      <a:pt x="8300" y="2233"/>
                      <a:pt x="10053" y="3988"/>
                      <a:pt x="10053" y="6144"/>
                    </a:cubicBezTo>
                    <a:cubicBezTo>
                      <a:pt x="10053" y="8299"/>
                      <a:pt x="8300" y="10054"/>
                      <a:pt x="6144" y="10054"/>
                    </a:cubicBezTo>
                    <a:cubicBezTo>
                      <a:pt x="3989" y="10054"/>
                      <a:pt x="2234" y="8299"/>
                      <a:pt x="2234" y="6144"/>
                    </a:cubicBezTo>
                    <a:cubicBezTo>
                      <a:pt x="2234" y="3988"/>
                      <a:pt x="3987" y="2233"/>
                      <a:pt x="6144" y="2233"/>
                    </a:cubicBezTo>
                    <a:close/>
                    <a:moveTo>
                      <a:pt x="1675" y="1"/>
                    </a:moveTo>
                    <a:cubicBezTo>
                      <a:pt x="752" y="1"/>
                      <a:pt x="0" y="751"/>
                      <a:pt x="0" y="1676"/>
                    </a:cubicBezTo>
                    <a:lnTo>
                      <a:pt x="0" y="10611"/>
                    </a:lnTo>
                    <a:cubicBezTo>
                      <a:pt x="0" y="11536"/>
                      <a:pt x="752" y="12286"/>
                      <a:pt x="1675" y="12286"/>
                    </a:cubicBezTo>
                    <a:lnTo>
                      <a:pt x="10612" y="12286"/>
                    </a:lnTo>
                    <a:cubicBezTo>
                      <a:pt x="11536" y="12286"/>
                      <a:pt x="12288" y="11536"/>
                      <a:pt x="12288" y="10611"/>
                    </a:cubicBezTo>
                    <a:lnTo>
                      <a:pt x="12288" y="1676"/>
                    </a:lnTo>
                    <a:cubicBezTo>
                      <a:pt x="12288" y="752"/>
                      <a:pt x="11536" y="1"/>
                      <a:pt x="1061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1" name="Google Shape;3561;p67"/>
              <p:cNvSpPr/>
              <p:nvPr/>
            </p:nvSpPr>
            <p:spPr>
              <a:xfrm>
                <a:off x="1005109" y="1863910"/>
                <a:ext cx="116622" cy="116559"/>
              </a:xfrm>
              <a:custGeom>
                <a:avLst/>
                <a:gdLst/>
                <a:ahLst/>
                <a:cxnLst/>
                <a:rect l="l" t="t" r="r" b="b"/>
                <a:pathLst>
                  <a:path w="5588" h="5585" extrusionOk="0">
                    <a:moveTo>
                      <a:pt x="2794" y="0"/>
                    </a:moveTo>
                    <a:cubicBezTo>
                      <a:pt x="1255" y="0"/>
                      <a:pt x="1" y="1252"/>
                      <a:pt x="1" y="2793"/>
                    </a:cubicBezTo>
                    <a:cubicBezTo>
                      <a:pt x="1" y="4332"/>
                      <a:pt x="1255" y="5585"/>
                      <a:pt x="2794" y="5585"/>
                    </a:cubicBezTo>
                    <a:cubicBezTo>
                      <a:pt x="4333" y="5585"/>
                      <a:pt x="5587" y="4332"/>
                      <a:pt x="5587" y="2793"/>
                    </a:cubicBezTo>
                    <a:cubicBezTo>
                      <a:pt x="5587" y="1252"/>
                      <a:pt x="4333" y="0"/>
                      <a:pt x="279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562" name="Google Shape;3562;p67"/>
          <p:cNvGrpSpPr/>
          <p:nvPr/>
        </p:nvGrpSpPr>
        <p:grpSpPr>
          <a:xfrm>
            <a:off x="824303" y="4555294"/>
            <a:ext cx="362920" cy="356865"/>
            <a:chOff x="2866317" y="3817357"/>
            <a:chExt cx="362920" cy="356865"/>
          </a:xfrm>
        </p:grpSpPr>
        <p:sp>
          <p:nvSpPr>
            <p:cNvPr id="3563" name="Google Shape;3563;p67"/>
            <p:cNvSpPr/>
            <p:nvPr/>
          </p:nvSpPr>
          <p:spPr>
            <a:xfrm>
              <a:off x="2866317" y="3817357"/>
              <a:ext cx="356865" cy="356498"/>
            </a:xfrm>
            <a:custGeom>
              <a:avLst/>
              <a:gdLst/>
              <a:ahLst/>
              <a:cxnLst/>
              <a:rect l="l" t="t" r="r" b="b"/>
              <a:pathLst>
                <a:path w="13613" h="13599" extrusionOk="0">
                  <a:moveTo>
                    <a:pt x="6799" y="0"/>
                  </a:moveTo>
                  <a:cubicBezTo>
                    <a:pt x="3046" y="0"/>
                    <a:pt x="0" y="3046"/>
                    <a:pt x="0" y="6799"/>
                  </a:cubicBezTo>
                  <a:cubicBezTo>
                    <a:pt x="0" y="10552"/>
                    <a:pt x="3046" y="13598"/>
                    <a:pt x="6799" y="13598"/>
                  </a:cubicBezTo>
                  <a:cubicBezTo>
                    <a:pt x="10567" y="13598"/>
                    <a:pt x="13613" y="10552"/>
                    <a:pt x="13613" y="6799"/>
                  </a:cubicBezTo>
                  <a:cubicBezTo>
                    <a:pt x="13613" y="3046"/>
                    <a:pt x="10567" y="0"/>
                    <a:pt x="679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4" name="Google Shape;3564;p67"/>
            <p:cNvSpPr/>
            <p:nvPr/>
          </p:nvSpPr>
          <p:spPr>
            <a:xfrm>
              <a:off x="3021457" y="3817357"/>
              <a:ext cx="207780" cy="356576"/>
            </a:xfrm>
            <a:custGeom>
              <a:avLst/>
              <a:gdLst/>
              <a:ahLst/>
              <a:cxnLst/>
              <a:rect l="l" t="t" r="r" b="b"/>
              <a:pathLst>
                <a:path w="7926" h="13602" extrusionOk="0">
                  <a:moveTo>
                    <a:pt x="881" y="0"/>
                  </a:moveTo>
                  <a:cubicBezTo>
                    <a:pt x="593" y="0"/>
                    <a:pt x="290" y="15"/>
                    <a:pt x="1" y="58"/>
                  </a:cubicBezTo>
                  <a:cubicBezTo>
                    <a:pt x="3379" y="505"/>
                    <a:pt x="5919" y="3378"/>
                    <a:pt x="5919" y="6799"/>
                  </a:cubicBezTo>
                  <a:cubicBezTo>
                    <a:pt x="5919" y="10220"/>
                    <a:pt x="3379" y="13093"/>
                    <a:pt x="1" y="13541"/>
                  </a:cubicBezTo>
                  <a:cubicBezTo>
                    <a:pt x="306" y="13581"/>
                    <a:pt x="610" y="13601"/>
                    <a:pt x="909" y="13601"/>
                  </a:cubicBezTo>
                  <a:cubicBezTo>
                    <a:pt x="4431" y="13601"/>
                    <a:pt x="7440" y="10865"/>
                    <a:pt x="7666" y="7247"/>
                  </a:cubicBezTo>
                  <a:cubicBezTo>
                    <a:pt x="7926" y="3320"/>
                    <a:pt x="4822" y="0"/>
                    <a:pt x="88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5" name="Google Shape;3565;p67"/>
            <p:cNvSpPr/>
            <p:nvPr/>
          </p:nvSpPr>
          <p:spPr>
            <a:xfrm>
              <a:off x="2928367" y="3894561"/>
              <a:ext cx="194175" cy="279662"/>
            </a:xfrm>
            <a:custGeom>
              <a:avLst/>
              <a:gdLst/>
              <a:ahLst/>
              <a:cxnLst/>
              <a:rect l="l" t="t" r="r" b="b"/>
              <a:pathLst>
                <a:path w="7407" h="10668" extrusionOk="0">
                  <a:moveTo>
                    <a:pt x="6208" y="0"/>
                  </a:moveTo>
                  <a:cubicBezTo>
                    <a:pt x="4086" y="14"/>
                    <a:pt x="2079" y="1732"/>
                    <a:pt x="2079" y="3854"/>
                  </a:cubicBezTo>
                  <a:lnTo>
                    <a:pt x="2079" y="4114"/>
                  </a:lnTo>
                  <a:cubicBezTo>
                    <a:pt x="2079" y="4129"/>
                    <a:pt x="2051" y="4157"/>
                    <a:pt x="2036" y="4157"/>
                  </a:cubicBezTo>
                  <a:lnTo>
                    <a:pt x="174" y="4157"/>
                  </a:lnTo>
                  <a:cubicBezTo>
                    <a:pt x="73" y="4157"/>
                    <a:pt x="1" y="4230"/>
                    <a:pt x="1" y="4331"/>
                  </a:cubicBezTo>
                  <a:lnTo>
                    <a:pt x="1" y="6048"/>
                  </a:lnTo>
                  <a:cubicBezTo>
                    <a:pt x="1" y="6149"/>
                    <a:pt x="73" y="6236"/>
                    <a:pt x="174" y="6236"/>
                  </a:cubicBezTo>
                  <a:lnTo>
                    <a:pt x="2036" y="6236"/>
                  </a:lnTo>
                  <a:cubicBezTo>
                    <a:pt x="2051" y="6236"/>
                    <a:pt x="2079" y="6251"/>
                    <a:pt x="2079" y="6279"/>
                  </a:cubicBezTo>
                  <a:lnTo>
                    <a:pt x="2079" y="10220"/>
                  </a:lnTo>
                  <a:cubicBezTo>
                    <a:pt x="2079" y="10235"/>
                    <a:pt x="2079" y="10249"/>
                    <a:pt x="2108" y="10264"/>
                  </a:cubicBezTo>
                  <a:cubicBezTo>
                    <a:pt x="2743" y="10495"/>
                    <a:pt x="3422" y="10624"/>
                    <a:pt x="4100" y="10668"/>
                  </a:cubicBezTo>
                  <a:cubicBezTo>
                    <a:pt x="4129" y="10668"/>
                    <a:pt x="4144" y="10639"/>
                    <a:pt x="4144" y="10624"/>
                  </a:cubicBezTo>
                  <a:lnTo>
                    <a:pt x="4144" y="6279"/>
                  </a:lnTo>
                  <a:cubicBezTo>
                    <a:pt x="4144" y="6251"/>
                    <a:pt x="4158" y="6236"/>
                    <a:pt x="4187" y="6236"/>
                  </a:cubicBezTo>
                  <a:lnTo>
                    <a:pt x="7218" y="6236"/>
                  </a:lnTo>
                  <a:cubicBezTo>
                    <a:pt x="7319" y="6236"/>
                    <a:pt x="7406" y="6149"/>
                    <a:pt x="7406" y="6048"/>
                  </a:cubicBezTo>
                  <a:lnTo>
                    <a:pt x="7406" y="4331"/>
                  </a:lnTo>
                  <a:cubicBezTo>
                    <a:pt x="7406" y="4230"/>
                    <a:pt x="7319" y="4143"/>
                    <a:pt x="7218" y="4143"/>
                  </a:cubicBezTo>
                  <a:lnTo>
                    <a:pt x="4187" y="4143"/>
                  </a:lnTo>
                  <a:cubicBezTo>
                    <a:pt x="4158" y="4143"/>
                    <a:pt x="4144" y="4129"/>
                    <a:pt x="4144" y="4100"/>
                  </a:cubicBezTo>
                  <a:lnTo>
                    <a:pt x="4144" y="3854"/>
                  </a:lnTo>
                  <a:cubicBezTo>
                    <a:pt x="4144" y="2714"/>
                    <a:pt x="5068" y="2079"/>
                    <a:pt x="6208" y="2079"/>
                  </a:cubicBezTo>
                  <a:lnTo>
                    <a:pt x="7218" y="2079"/>
                  </a:lnTo>
                  <a:cubicBezTo>
                    <a:pt x="7319" y="2079"/>
                    <a:pt x="7406" y="1992"/>
                    <a:pt x="7406" y="1891"/>
                  </a:cubicBezTo>
                  <a:lnTo>
                    <a:pt x="7406" y="173"/>
                  </a:lnTo>
                  <a:cubicBezTo>
                    <a:pt x="7406" y="72"/>
                    <a:pt x="7319" y="0"/>
                    <a:pt x="721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66" name="Google Shape;3566;p67"/>
          <p:cNvSpPr/>
          <p:nvPr/>
        </p:nvSpPr>
        <p:spPr>
          <a:xfrm>
            <a:off x="824303" y="227915"/>
            <a:ext cx="942966" cy="418067"/>
          </a:xfrm>
          <a:custGeom>
            <a:avLst/>
            <a:gdLst/>
            <a:ahLst/>
            <a:cxnLst/>
            <a:rect l="l" t="t" r="r" b="b"/>
            <a:pathLst>
              <a:path w="5774" h="2560" extrusionOk="0">
                <a:moveTo>
                  <a:pt x="5036" y="1"/>
                </a:moveTo>
                <a:cubicBezTo>
                  <a:pt x="4914" y="1"/>
                  <a:pt x="4794" y="32"/>
                  <a:pt x="4679" y="81"/>
                </a:cubicBezTo>
                <a:cubicBezTo>
                  <a:pt x="4367" y="215"/>
                  <a:pt x="4065" y="483"/>
                  <a:pt x="3965" y="806"/>
                </a:cubicBezTo>
                <a:cubicBezTo>
                  <a:pt x="3987" y="650"/>
                  <a:pt x="3875" y="494"/>
                  <a:pt x="3730" y="449"/>
                </a:cubicBezTo>
                <a:cubicBezTo>
                  <a:pt x="3692" y="437"/>
                  <a:pt x="3652" y="432"/>
                  <a:pt x="3612" y="432"/>
                </a:cubicBezTo>
                <a:cubicBezTo>
                  <a:pt x="3501" y="432"/>
                  <a:pt x="3388" y="475"/>
                  <a:pt x="3306" y="550"/>
                </a:cubicBezTo>
                <a:cubicBezTo>
                  <a:pt x="3183" y="650"/>
                  <a:pt x="3105" y="795"/>
                  <a:pt x="3072" y="940"/>
                </a:cubicBezTo>
                <a:cubicBezTo>
                  <a:pt x="2881" y="538"/>
                  <a:pt x="2558" y="181"/>
                  <a:pt x="2134" y="47"/>
                </a:cubicBezTo>
                <a:cubicBezTo>
                  <a:pt x="2032" y="19"/>
                  <a:pt x="1927" y="5"/>
                  <a:pt x="1822" y="5"/>
                </a:cubicBezTo>
                <a:cubicBezTo>
                  <a:pt x="1475" y="5"/>
                  <a:pt x="1132" y="158"/>
                  <a:pt x="961" y="449"/>
                </a:cubicBezTo>
                <a:cubicBezTo>
                  <a:pt x="715" y="851"/>
                  <a:pt x="827" y="1376"/>
                  <a:pt x="995" y="1811"/>
                </a:cubicBezTo>
                <a:cubicBezTo>
                  <a:pt x="888" y="1668"/>
                  <a:pt x="724" y="1583"/>
                  <a:pt x="554" y="1583"/>
                </a:cubicBezTo>
                <a:cubicBezTo>
                  <a:pt x="511" y="1583"/>
                  <a:pt x="468" y="1588"/>
                  <a:pt x="425" y="1599"/>
                </a:cubicBezTo>
                <a:cubicBezTo>
                  <a:pt x="224" y="1644"/>
                  <a:pt x="57" y="1823"/>
                  <a:pt x="23" y="2034"/>
                </a:cubicBezTo>
                <a:cubicBezTo>
                  <a:pt x="1" y="2247"/>
                  <a:pt x="79" y="2470"/>
                  <a:pt x="269" y="2560"/>
                </a:cubicBezTo>
                <a:lnTo>
                  <a:pt x="5639" y="2560"/>
                </a:lnTo>
                <a:cubicBezTo>
                  <a:pt x="5773" y="2403"/>
                  <a:pt x="5740" y="2191"/>
                  <a:pt x="5751" y="1990"/>
                </a:cubicBezTo>
                <a:cubicBezTo>
                  <a:pt x="5751" y="1890"/>
                  <a:pt x="5729" y="1789"/>
                  <a:pt x="5662" y="1722"/>
                </a:cubicBezTo>
                <a:cubicBezTo>
                  <a:pt x="5620" y="1680"/>
                  <a:pt x="5544" y="1647"/>
                  <a:pt x="5478" y="1647"/>
                </a:cubicBezTo>
                <a:cubicBezTo>
                  <a:pt x="5439" y="1647"/>
                  <a:pt x="5403" y="1659"/>
                  <a:pt x="5382" y="1689"/>
                </a:cubicBezTo>
                <a:cubicBezTo>
                  <a:pt x="5516" y="1398"/>
                  <a:pt x="5662" y="1086"/>
                  <a:pt x="5662" y="762"/>
                </a:cubicBezTo>
                <a:cubicBezTo>
                  <a:pt x="5662" y="449"/>
                  <a:pt x="5483" y="92"/>
                  <a:pt x="5171" y="14"/>
                </a:cubicBezTo>
                <a:cubicBezTo>
                  <a:pt x="5125" y="5"/>
                  <a:pt x="5080" y="1"/>
                  <a:pt x="5036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7" name="Google Shape;3567;p67"/>
          <p:cNvSpPr/>
          <p:nvPr/>
        </p:nvSpPr>
        <p:spPr>
          <a:xfrm>
            <a:off x="6328141" y="227931"/>
            <a:ext cx="470667" cy="156775"/>
          </a:xfrm>
          <a:custGeom>
            <a:avLst/>
            <a:gdLst/>
            <a:ahLst/>
            <a:cxnLst/>
            <a:rect l="l" t="t" r="r" b="b"/>
            <a:pathLst>
              <a:path w="2882" h="960" extrusionOk="0">
                <a:moveTo>
                  <a:pt x="1337" y="1"/>
                </a:moveTo>
                <a:cubicBezTo>
                  <a:pt x="1143" y="1"/>
                  <a:pt x="950" y="55"/>
                  <a:pt x="805" y="178"/>
                </a:cubicBezTo>
                <a:cubicBezTo>
                  <a:pt x="704" y="267"/>
                  <a:pt x="637" y="390"/>
                  <a:pt x="592" y="524"/>
                </a:cubicBezTo>
                <a:cubicBezTo>
                  <a:pt x="559" y="502"/>
                  <a:pt x="514" y="502"/>
                  <a:pt x="470" y="490"/>
                </a:cubicBezTo>
                <a:cubicBezTo>
                  <a:pt x="454" y="489"/>
                  <a:pt x="438" y="488"/>
                  <a:pt x="422" y="488"/>
                </a:cubicBezTo>
                <a:cubicBezTo>
                  <a:pt x="304" y="488"/>
                  <a:pt x="190" y="524"/>
                  <a:pt x="101" y="613"/>
                </a:cubicBezTo>
                <a:cubicBezTo>
                  <a:pt x="11" y="713"/>
                  <a:pt x="1" y="847"/>
                  <a:pt x="78" y="959"/>
                </a:cubicBezTo>
                <a:lnTo>
                  <a:pt x="2725" y="959"/>
                </a:lnTo>
                <a:cubicBezTo>
                  <a:pt x="2780" y="904"/>
                  <a:pt x="2836" y="859"/>
                  <a:pt x="2859" y="792"/>
                </a:cubicBezTo>
                <a:cubicBezTo>
                  <a:pt x="2881" y="725"/>
                  <a:pt x="2881" y="636"/>
                  <a:pt x="2825" y="579"/>
                </a:cubicBezTo>
                <a:cubicBezTo>
                  <a:pt x="2792" y="546"/>
                  <a:pt x="2736" y="535"/>
                  <a:pt x="2691" y="524"/>
                </a:cubicBezTo>
                <a:cubicBezTo>
                  <a:pt x="2680" y="523"/>
                  <a:pt x="2669" y="523"/>
                  <a:pt x="2658" y="523"/>
                </a:cubicBezTo>
                <a:cubicBezTo>
                  <a:pt x="2502" y="523"/>
                  <a:pt x="2349" y="600"/>
                  <a:pt x="2256" y="725"/>
                </a:cubicBezTo>
                <a:cubicBezTo>
                  <a:pt x="2222" y="378"/>
                  <a:pt x="1932" y="122"/>
                  <a:pt x="1597" y="33"/>
                </a:cubicBezTo>
                <a:cubicBezTo>
                  <a:pt x="1513" y="12"/>
                  <a:pt x="1425" y="1"/>
                  <a:pt x="1337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8" name="Google Shape;3568;p67"/>
          <p:cNvSpPr/>
          <p:nvPr/>
        </p:nvSpPr>
        <p:spPr>
          <a:xfrm>
            <a:off x="7845986" y="647539"/>
            <a:ext cx="648987" cy="262511"/>
          </a:xfrm>
          <a:custGeom>
            <a:avLst/>
            <a:gdLst/>
            <a:ahLst/>
            <a:cxnLst/>
            <a:rect l="l" t="t" r="r" b="b"/>
            <a:pathLst>
              <a:path w="3350" h="1355" extrusionOk="0">
                <a:moveTo>
                  <a:pt x="2166" y="1"/>
                </a:moveTo>
                <a:cubicBezTo>
                  <a:pt x="2043" y="1"/>
                  <a:pt x="1918" y="17"/>
                  <a:pt x="1798" y="48"/>
                </a:cubicBezTo>
                <a:cubicBezTo>
                  <a:pt x="1340" y="171"/>
                  <a:pt x="916" y="539"/>
                  <a:pt x="883" y="1019"/>
                </a:cubicBezTo>
                <a:cubicBezTo>
                  <a:pt x="765" y="852"/>
                  <a:pt x="560" y="745"/>
                  <a:pt x="353" y="745"/>
                </a:cubicBezTo>
                <a:cubicBezTo>
                  <a:pt x="325" y="745"/>
                  <a:pt x="296" y="747"/>
                  <a:pt x="268" y="751"/>
                </a:cubicBezTo>
                <a:cubicBezTo>
                  <a:pt x="201" y="751"/>
                  <a:pt x="123" y="774"/>
                  <a:pt x="79" y="829"/>
                </a:cubicBezTo>
                <a:cubicBezTo>
                  <a:pt x="12" y="896"/>
                  <a:pt x="0" y="1019"/>
                  <a:pt x="34" y="1109"/>
                </a:cubicBezTo>
                <a:cubicBezTo>
                  <a:pt x="67" y="1209"/>
                  <a:pt x="146" y="1276"/>
                  <a:pt x="213" y="1354"/>
                </a:cubicBezTo>
                <a:lnTo>
                  <a:pt x="3138" y="1354"/>
                </a:lnTo>
                <a:cubicBezTo>
                  <a:pt x="3350" y="1030"/>
                  <a:pt x="3216" y="517"/>
                  <a:pt x="2915" y="260"/>
                </a:cubicBezTo>
                <a:cubicBezTo>
                  <a:pt x="2714" y="82"/>
                  <a:pt x="2443" y="1"/>
                  <a:pt x="2166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15" name="Picture 314">
            <a:extLst>
              <a:ext uri="{FF2B5EF4-FFF2-40B4-BE49-F238E27FC236}">
                <a16:creationId xmlns:a16="http://schemas.microsoft.com/office/drawing/2014/main" id="{0176467D-13B8-E313-F4EF-353698D538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4602" y="1592763"/>
            <a:ext cx="2321384" cy="195797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chool Fire Prevention Plan by Slidesgo">
  <a:themeElements>
    <a:clrScheme name="Simple Light">
      <a:dk1>
        <a:srgbClr val="490907"/>
      </a:dk1>
      <a:lt1>
        <a:srgbClr val="FFFFFF"/>
      </a:lt1>
      <a:dk2>
        <a:srgbClr val="59B4C9"/>
      </a:dk2>
      <a:lt2>
        <a:srgbClr val="00A1BC"/>
      </a:lt2>
      <a:accent1>
        <a:srgbClr val="D82F2B"/>
      </a:accent1>
      <a:accent2>
        <a:srgbClr val="BC1E1E"/>
      </a:accent2>
      <a:accent3>
        <a:srgbClr val="FFD213"/>
      </a:accent3>
      <a:accent4>
        <a:srgbClr val="FC9127"/>
      </a:accent4>
      <a:accent5>
        <a:srgbClr val="F2D6BB"/>
      </a:accent5>
      <a:accent6>
        <a:srgbClr val="D9BB99"/>
      </a:accent6>
      <a:hlink>
        <a:srgbClr val="49090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422</TotalTime>
  <Words>52</Words>
  <Application>Microsoft Office PowerPoint</Application>
  <PresentationFormat>On-screen Show (16:9)</PresentationFormat>
  <Paragraphs>17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Lilita One</vt:lpstr>
      <vt:lpstr>Quicksand</vt:lpstr>
      <vt:lpstr>Arial</vt:lpstr>
      <vt:lpstr>School Fire Prevention Plan by Slidesgo</vt:lpstr>
      <vt:lpstr>MACHINE LEARNING </vt:lpstr>
      <vt:lpstr>Salary Estimation using K- Nearest Neighbor</vt:lpstr>
      <vt:lpstr>Salary Estimation using K- Nearest Neighbor</vt:lpstr>
      <vt:lpstr>PowerPoint Presentation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SCHOOL FIRE PREVENTION </dc:title>
  <cp:lastModifiedBy>shanmathi baskaran</cp:lastModifiedBy>
  <cp:revision>37</cp:revision>
  <dcterms:modified xsi:type="dcterms:W3CDTF">2022-08-16T11:23:57Z</dcterms:modified>
</cp:coreProperties>
</file>